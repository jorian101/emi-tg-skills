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74" r:id="rId1"/>
  </p:sldMasterIdLst>
  <p:notesMasterIdLst>
    <p:notesMasterId r:id="rId20"/>
  </p:notesMasterIdLst>
  <p:handoutMasterIdLst>
    <p:handoutMasterId r:id="rId21"/>
  </p:handoutMasterIdLst>
  <p:sldIdLst>
    <p:sldId id="370" r:id="rId2"/>
    <p:sldId id="371" r:id="rId3"/>
    <p:sldId id="372" r:id="rId4"/>
    <p:sldId id="389" r:id="rId5"/>
    <p:sldId id="388" r:id="rId6"/>
    <p:sldId id="374" r:id="rId7"/>
    <p:sldId id="375" r:id="rId8"/>
    <p:sldId id="377" r:id="rId9"/>
    <p:sldId id="378" r:id="rId10"/>
    <p:sldId id="391" r:id="rId11"/>
    <p:sldId id="390" r:id="rId12"/>
    <p:sldId id="392" r:id="rId13"/>
    <p:sldId id="379" r:id="rId14"/>
    <p:sldId id="376" r:id="rId15"/>
    <p:sldId id="384" r:id="rId16"/>
    <p:sldId id="380" r:id="rId17"/>
    <p:sldId id="381" r:id="rId18"/>
    <p:sldId id="382" r:id="rId19"/>
  </p:sldIdLst>
  <p:sldSz cx="12192000" cy="6858000"/>
  <p:notesSz cx="7102475" cy="9388475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111D9"/>
    <a:srgbClr val="D96709"/>
    <a:srgbClr val="FF3300"/>
    <a:srgbClr val="EC9412"/>
    <a:srgbClr val="FF99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edio 2 - Énfasi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3501" autoAdjust="0"/>
    <p:restoredTop sz="94648" autoAdjust="0"/>
  </p:normalViewPr>
  <p:slideViewPr>
    <p:cSldViewPr snapToGrid="0">
      <p:cViewPr varScale="1">
        <p:scale>
          <a:sx n="79" d="100"/>
          <a:sy n="79" d="100"/>
        </p:scale>
        <p:origin x="174" y="30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handoutMaster" Target="handoutMasters/handout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1"/>
            <a:ext cx="3077739" cy="471054"/>
          </a:xfrm>
          <a:prstGeom prst="rect">
            <a:avLst/>
          </a:prstGeom>
        </p:spPr>
        <p:txBody>
          <a:bodyPr vert="horz" lIns="94229" tIns="47114" rIns="94229" bIns="47114" rtlCol="0"/>
          <a:lstStyle>
            <a:lvl1pPr algn="l">
              <a:defRPr sz="1200"/>
            </a:lvl1pPr>
          </a:lstStyle>
          <a:p>
            <a:endParaRPr lang="es-BO"/>
          </a:p>
        </p:txBody>
      </p:sp>
      <p:sp>
        <p:nvSpPr>
          <p:cNvPr id="3" name="Marcador de fecha 2"/>
          <p:cNvSpPr>
            <a:spLocks noGrp="1"/>
          </p:cNvSpPr>
          <p:nvPr>
            <p:ph type="dt" sz="quarter" idx="1"/>
          </p:nvPr>
        </p:nvSpPr>
        <p:spPr>
          <a:xfrm>
            <a:off x="4023092" y="1"/>
            <a:ext cx="3077739" cy="471054"/>
          </a:xfrm>
          <a:prstGeom prst="rect">
            <a:avLst/>
          </a:prstGeom>
        </p:spPr>
        <p:txBody>
          <a:bodyPr vert="horz" lIns="94229" tIns="47114" rIns="94229" bIns="47114" rtlCol="0"/>
          <a:lstStyle>
            <a:lvl1pPr algn="r">
              <a:defRPr sz="1200"/>
            </a:lvl1pPr>
          </a:lstStyle>
          <a:p>
            <a:fld id="{71162DFF-73D5-4CD0-8FA1-77C5AF9B38B6}" type="datetimeFigureOut">
              <a:rPr lang="es-BO" smtClean="0"/>
              <a:t>6/4/2026</a:t>
            </a:fld>
            <a:endParaRPr lang="es-BO"/>
          </a:p>
        </p:txBody>
      </p:sp>
      <p:sp>
        <p:nvSpPr>
          <p:cNvPr id="4" name="Marcador de pie de página 3"/>
          <p:cNvSpPr>
            <a:spLocks noGrp="1"/>
          </p:cNvSpPr>
          <p:nvPr>
            <p:ph type="ftr" sz="quarter" idx="2"/>
          </p:nvPr>
        </p:nvSpPr>
        <p:spPr>
          <a:xfrm>
            <a:off x="0" y="8917422"/>
            <a:ext cx="3077739" cy="471053"/>
          </a:xfrm>
          <a:prstGeom prst="rect">
            <a:avLst/>
          </a:prstGeom>
        </p:spPr>
        <p:txBody>
          <a:bodyPr vert="horz" lIns="94229" tIns="47114" rIns="94229" bIns="47114" rtlCol="0" anchor="b"/>
          <a:lstStyle>
            <a:lvl1pPr algn="l">
              <a:defRPr sz="1200"/>
            </a:lvl1pPr>
          </a:lstStyle>
          <a:p>
            <a:endParaRPr lang="es-BO"/>
          </a:p>
        </p:txBody>
      </p:sp>
      <p:sp>
        <p:nvSpPr>
          <p:cNvPr id="5" name="Marcador de número de diapositiva 4"/>
          <p:cNvSpPr>
            <a:spLocks noGrp="1"/>
          </p:cNvSpPr>
          <p:nvPr>
            <p:ph type="sldNum" sz="quarter" idx="3"/>
          </p:nvPr>
        </p:nvSpPr>
        <p:spPr>
          <a:xfrm>
            <a:off x="4023092" y="8917422"/>
            <a:ext cx="3077739" cy="471053"/>
          </a:xfrm>
          <a:prstGeom prst="rect">
            <a:avLst/>
          </a:prstGeom>
        </p:spPr>
        <p:txBody>
          <a:bodyPr vert="horz" lIns="94229" tIns="47114" rIns="94229" bIns="47114" rtlCol="0" anchor="b"/>
          <a:lstStyle>
            <a:lvl1pPr algn="r">
              <a:defRPr sz="1200"/>
            </a:lvl1pPr>
          </a:lstStyle>
          <a:p>
            <a:fld id="{08B7ABD0-53BD-459C-9078-7913E75A3230}" type="slidenum">
              <a:rPr lang="es-BO" smtClean="0"/>
              <a:t>‹Nº›</a:t>
            </a:fld>
            <a:endParaRPr lang="es-BO"/>
          </a:p>
        </p:txBody>
      </p:sp>
    </p:spTree>
    <p:extLst>
      <p:ext uri="{BB962C8B-B14F-4D97-AF65-F5344CB8AC3E}">
        <p14:creationId xmlns:p14="http://schemas.microsoft.com/office/powerpoint/2010/main" val="813215152"/>
      </p:ext>
    </p:extLst>
  </p:cSld>
  <p:clrMap bg1="lt1" tx1="dk1" bg2="lt2" tx2="dk2" accent1="accent1" accent2="accent2" accent3="accent3" accent4="accent4" accent5="accent5" accent6="accent6" hlink="hlink" folHlink="folHlink"/>
  <p:hf sldNum="0"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1"/>
            <a:ext cx="3077739" cy="471054"/>
          </a:xfrm>
          <a:prstGeom prst="rect">
            <a:avLst/>
          </a:prstGeom>
        </p:spPr>
        <p:txBody>
          <a:bodyPr vert="horz" lIns="94229" tIns="47114" rIns="94229" bIns="47114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4023092" y="1"/>
            <a:ext cx="3077739" cy="471054"/>
          </a:xfrm>
          <a:prstGeom prst="rect">
            <a:avLst/>
          </a:prstGeom>
        </p:spPr>
        <p:txBody>
          <a:bodyPr vert="horz" lIns="94229" tIns="47114" rIns="94229" bIns="47114" rtlCol="0"/>
          <a:lstStyle>
            <a:lvl1pPr algn="r">
              <a:defRPr sz="1200"/>
            </a:lvl1pPr>
          </a:lstStyle>
          <a:p>
            <a:fld id="{40D22A6E-7A40-436D-814B-62F5B04A244F}" type="datetimeFigureOut">
              <a:rPr lang="en-US" smtClean="0"/>
              <a:t>4/6/2026</a:t>
            </a:fld>
            <a:endParaRPr lang="en-US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735013" y="1173163"/>
            <a:ext cx="5632450" cy="316865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4229" tIns="47114" rIns="94229" bIns="47114" rtlCol="0" anchor="ctr"/>
          <a:lstStyle/>
          <a:p>
            <a:endParaRPr lang="en-US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710248" y="4518203"/>
            <a:ext cx="5681980" cy="3696713"/>
          </a:xfrm>
          <a:prstGeom prst="rect">
            <a:avLst/>
          </a:prstGeom>
        </p:spPr>
        <p:txBody>
          <a:bodyPr vert="horz" lIns="94229" tIns="47114" rIns="94229" bIns="47114" rtlCol="0"/>
          <a:lstStyle/>
          <a:p>
            <a:pPr lvl="0"/>
            <a:r>
              <a:rPr lang="es-ES"/>
              <a:t>Editar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917422"/>
            <a:ext cx="3077739" cy="471053"/>
          </a:xfrm>
          <a:prstGeom prst="rect">
            <a:avLst/>
          </a:prstGeom>
        </p:spPr>
        <p:txBody>
          <a:bodyPr vert="horz" lIns="94229" tIns="47114" rIns="94229" bIns="47114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4023092" y="8917422"/>
            <a:ext cx="3077739" cy="471053"/>
          </a:xfrm>
          <a:prstGeom prst="rect">
            <a:avLst/>
          </a:prstGeom>
        </p:spPr>
        <p:txBody>
          <a:bodyPr vert="horz" lIns="94229" tIns="47114" rIns="94229" bIns="47114" rtlCol="0" anchor="b"/>
          <a:lstStyle>
            <a:lvl1pPr algn="r">
              <a:defRPr sz="1200"/>
            </a:lvl1pPr>
          </a:lstStyle>
          <a:p>
            <a:fld id="{D36E286B-C166-406D-9D8A-7D0CCBDA7605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45528820"/>
      </p:ext>
    </p:extLst>
  </p:cSld>
  <p:clrMap bg1="lt1" tx1="dk1" bg2="lt2" tx2="dk2" accent1="accent1" accent2="accent2" accent3="accent3" accent4="accent4" accent5="accent5" accent6="accent6" hlink="hlink" folHlink="folHlink"/>
  <p:hf sldNum="0"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s-BO"/>
          </a:p>
        </p:txBody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s-BO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97280" y="758952"/>
            <a:ext cx="10058400" cy="3566160"/>
          </a:xfrm>
        </p:spPr>
        <p:txBody>
          <a:bodyPr anchor="b">
            <a:normAutofit/>
          </a:bodyPr>
          <a:lstStyle>
            <a:lvl1pPr algn="l">
              <a:lnSpc>
                <a:spcPct val="85000"/>
              </a:lnSpc>
              <a:defRPr sz="8000" spc="-50" baseline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00051" y="4455620"/>
            <a:ext cx="10058400" cy="1143000"/>
          </a:xfrm>
        </p:spPr>
        <p:txBody>
          <a:bodyPr lIns="91440" rIns="91440">
            <a:normAutofit/>
          </a:bodyPr>
          <a:lstStyle>
            <a:lvl1pPr marL="0" indent="0" algn="l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 algn="ctr">
              <a:buNone/>
              <a:defRPr sz="2400"/>
            </a:lvl2pPr>
            <a:lvl3pPr marL="914400" indent="0" algn="ctr">
              <a:buNone/>
              <a:defRPr sz="24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es-ES"/>
              <a:t>Haga clic para modificar el estilo de subtítulo del patrón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842192-379A-4451-B621-3517ACBA21A4}" type="datetime1">
              <a:rPr lang="es-BO" smtClean="0"/>
              <a:t>6/4/2026</a:t>
            </a:fld>
            <a:endParaRPr lang="es-BO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BO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6D2F87-E3CE-4D2C-8213-240A77FC200E}" type="slidenum">
              <a:rPr lang="es-BO" smtClean="0"/>
              <a:t>‹Nº›</a:t>
            </a:fld>
            <a:endParaRPr lang="es-BO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6844296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marL="0">
              <a:defRPr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568864-BDDB-42E3-9393-40D2D789677E}" type="datetime1">
              <a:rPr lang="es-BO" smtClean="0"/>
              <a:t>6/4/2026</a:t>
            </a:fld>
            <a:endParaRPr lang="es-BO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BO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6D2F87-E3CE-4D2C-8213-240A77FC200E}" type="slidenum">
              <a:rPr lang="es-BO" smtClean="0"/>
              <a:t>‹Nº›</a:t>
            </a:fld>
            <a:endParaRPr lang="es-BO"/>
          </a:p>
        </p:txBody>
      </p:sp>
    </p:spTree>
    <p:extLst>
      <p:ext uri="{BB962C8B-B14F-4D97-AF65-F5344CB8AC3E}">
        <p14:creationId xmlns:p14="http://schemas.microsoft.com/office/powerpoint/2010/main" val="289933961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Encabezado de sección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758952"/>
            <a:ext cx="10058400" cy="3566160"/>
          </a:xfrm>
        </p:spPr>
        <p:txBody>
          <a:bodyPr anchor="b" anchorCtr="0">
            <a:normAutofit/>
          </a:bodyPr>
          <a:lstStyle>
            <a:lvl1pPr>
              <a:lnSpc>
                <a:spcPct val="85000"/>
              </a:lnSpc>
              <a:defRPr sz="8000" b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4453128"/>
            <a:ext cx="10058400" cy="1143000"/>
          </a:xfrm>
        </p:spPr>
        <p:txBody>
          <a:bodyPr lIns="91440" rIns="91440" anchor="t" anchorCtr="0">
            <a:normAutofit/>
          </a:bodyPr>
          <a:lstStyle>
            <a:lvl1pPr marL="0" indent="0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9EADD7-6ED2-4652-8FEF-EA39515552B2}" type="datetime1">
              <a:rPr lang="es-BO" smtClean="0"/>
              <a:t>6/4/2026</a:t>
            </a:fld>
            <a:endParaRPr lang="es-BO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BO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6D2F87-E3CE-4D2C-8213-240A77FC200E}" type="slidenum">
              <a:rPr lang="es-BO" smtClean="0"/>
              <a:t>‹Nº›</a:t>
            </a:fld>
            <a:endParaRPr lang="es-BO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261824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97279" y="1845734"/>
            <a:ext cx="4937760" cy="4023360"/>
          </a:xfrm>
        </p:spPr>
        <p:txBody>
          <a:bodyPr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17920" y="1845735"/>
            <a:ext cx="4937760" cy="4023360"/>
          </a:xfrm>
        </p:spPr>
        <p:txBody>
          <a:bodyPr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EC3E7E-018B-4162-9200-63683444A651}" type="datetime1">
              <a:rPr lang="es-BO" smtClean="0"/>
              <a:t>6/4/2026</a:t>
            </a:fld>
            <a:endParaRPr lang="es-BO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BO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6D2F87-E3CE-4D2C-8213-240A77FC200E}" type="slidenum">
              <a:rPr lang="es-BO" smtClean="0"/>
              <a:t>‹Nº›</a:t>
            </a:fld>
            <a:endParaRPr lang="es-BO"/>
          </a:p>
        </p:txBody>
      </p:sp>
    </p:spTree>
    <p:extLst>
      <p:ext uri="{BB962C8B-B14F-4D97-AF65-F5344CB8AC3E}">
        <p14:creationId xmlns:p14="http://schemas.microsoft.com/office/powerpoint/2010/main" val="242340609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97280" y="2582334"/>
            <a:ext cx="4937760" cy="3378200"/>
          </a:xfrm>
        </p:spPr>
        <p:txBody>
          <a:bodyPr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1792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17920" y="2582334"/>
            <a:ext cx="4937760" cy="3378200"/>
          </a:xfrm>
        </p:spPr>
        <p:txBody>
          <a:bodyPr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E2B7BC-AE04-4707-97F1-A23B37E97394}" type="datetime1">
              <a:rPr lang="es-BO" smtClean="0"/>
              <a:t>6/4/2026</a:t>
            </a:fld>
            <a:endParaRPr lang="es-BO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BO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6D2F87-E3CE-4D2C-8213-240A77FC200E}" type="slidenum">
              <a:rPr lang="es-BO" smtClean="0"/>
              <a:t>‹Nº›</a:t>
            </a:fld>
            <a:endParaRPr lang="es-BO"/>
          </a:p>
        </p:txBody>
      </p:sp>
    </p:spTree>
    <p:extLst>
      <p:ext uri="{BB962C8B-B14F-4D97-AF65-F5344CB8AC3E}">
        <p14:creationId xmlns:p14="http://schemas.microsoft.com/office/powerpoint/2010/main" val="238253219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9D0E1B-A36A-49AD-B5CB-109EA085C752}" type="datetime1">
              <a:rPr lang="es-BO" smtClean="0"/>
              <a:t>6/4/2026</a:t>
            </a:fld>
            <a:endParaRPr lang="es-BO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BO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6D2F87-E3CE-4D2C-8213-240A77FC200E}" type="slidenum">
              <a:rPr lang="es-BO" smtClean="0"/>
              <a:t>‹Nº›</a:t>
            </a:fld>
            <a:endParaRPr lang="es-BO"/>
          </a:p>
        </p:txBody>
      </p:sp>
    </p:spTree>
    <p:extLst>
      <p:ext uri="{BB962C8B-B14F-4D97-AF65-F5344CB8AC3E}">
        <p14:creationId xmlns:p14="http://schemas.microsoft.com/office/powerpoint/2010/main" val="2215342939"/>
      </p:ext>
    </p:extLst>
  </p:cSld>
  <p:clrMapOvr>
    <a:masterClrMapping/>
  </p:clrMapOvr>
  <p:hf sldNum="0"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6" name="Rectangle 5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7F7F3D-33F4-4BB7-B26E-90611BDBCEEF}" type="datetime1">
              <a:rPr lang="es-BO" smtClean="0"/>
              <a:t>6/4/2026</a:t>
            </a:fld>
            <a:endParaRPr lang="es-BO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endParaRPr lang="es-BO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6D2F87-E3CE-4D2C-8213-240A77FC200E}" type="slidenum">
              <a:rPr lang="es-BO" smtClean="0"/>
              <a:t>‹Nº›</a:t>
            </a:fld>
            <a:endParaRPr lang="es-BO"/>
          </a:p>
        </p:txBody>
      </p:sp>
    </p:spTree>
    <p:extLst>
      <p:ext uri="{BB962C8B-B14F-4D97-AF65-F5344CB8AC3E}">
        <p14:creationId xmlns:p14="http://schemas.microsoft.com/office/powerpoint/2010/main" val="286155441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16" y="0"/>
            <a:ext cx="4050791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4040071" y="0"/>
            <a:ext cx="64008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594359"/>
            <a:ext cx="3200400" cy="2286000"/>
          </a:xfrm>
        </p:spPr>
        <p:txBody>
          <a:bodyPr anchor="b">
            <a:norm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00600" y="731520"/>
            <a:ext cx="6492240" cy="5257800"/>
          </a:xfrm>
        </p:spPr>
        <p:txBody>
          <a:bodyPr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2926080"/>
            <a:ext cx="3200400" cy="3379124"/>
          </a:xfrm>
        </p:spPr>
        <p:txBody>
          <a:bodyPr lIns="91440" rIns="91440">
            <a:normAutofit/>
          </a:bodyPr>
          <a:lstStyle>
            <a:lvl1pPr marL="0" indent="0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65512" y="6459785"/>
            <a:ext cx="2618510" cy="365125"/>
          </a:xfrm>
        </p:spPr>
        <p:txBody>
          <a:bodyPr/>
          <a:lstStyle>
            <a:lvl1pPr algn="l">
              <a:defRPr/>
            </a:lvl1pPr>
          </a:lstStyle>
          <a:p>
            <a:fld id="{3D2279E2-43B2-428F-9306-8B23DE783081}" type="datetime1">
              <a:rPr lang="es-BO" smtClean="0"/>
              <a:t>6/4/2026</a:t>
            </a:fld>
            <a:endParaRPr lang="es-BO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4800600" y="6459785"/>
            <a:ext cx="4648200" cy="365125"/>
          </a:xfrm>
        </p:spPr>
        <p:txBody>
          <a:bodyPr/>
          <a:lstStyle>
            <a:lvl1pPr algn="l">
              <a:defRPr>
                <a:solidFill>
                  <a:schemeClr val="tx2"/>
                </a:solidFill>
              </a:defRPr>
            </a:lvl1pPr>
          </a:lstStyle>
          <a:p>
            <a:endParaRPr lang="es-BO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116D2F87-E3CE-4D2C-8213-240A77FC200E}" type="slidenum">
              <a:rPr lang="es-BO" smtClean="0"/>
              <a:t>‹Nº›</a:t>
            </a:fld>
            <a:endParaRPr lang="es-BO"/>
          </a:p>
        </p:txBody>
      </p:sp>
    </p:spTree>
    <p:extLst>
      <p:ext uri="{BB962C8B-B14F-4D97-AF65-F5344CB8AC3E}">
        <p14:creationId xmlns:p14="http://schemas.microsoft.com/office/powerpoint/2010/main" val="386691084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4953000"/>
            <a:ext cx="12188825" cy="1905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15" y="491507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5074920"/>
            <a:ext cx="10113264" cy="822960"/>
          </a:xfrm>
        </p:spPr>
        <p:txBody>
          <a:bodyPr lIns="91440" tIns="0" rIns="91440" bIns="0" anchor="b">
            <a:no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5" y="0"/>
            <a:ext cx="12191985" cy="4915076"/>
          </a:xfrm>
          <a:blipFill>
            <a:blip r:embed="rId2"/>
            <a:stretch>
              <a:fillRect/>
            </a:stretch>
          </a:blipFill>
        </p:spPr>
        <p:txBody>
          <a:bodyPr lIns="457200" tIns="457200" anchor="t"/>
          <a:lstStyle>
            <a:lvl1pPr marL="0" indent="0">
              <a:buNone/>
              <a:defRPr sz="3200">
                <a:solidFill>
                  <a:schemeClr val="bg1"/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s-ES"/>
              <a:t>Haga clic en el icono para agregar una imagen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97280" y="5907023"/>
            <a:ext cx="10113264" cy="594360"/>
          </a:xfrm>
        </p:spPr>
        <p:txBody>
          <a:bodyPr lIns="91440" tIns="0" rIns="91440" bIns="0">
            <a:normAutofit/>
          </a:bodyPr>
          <a:lstStyle>
            <a:lvl1pPr marL="0" indent="0">
              <a:spcBef>
                <a:spcPts val="0"/>
              </a:spcBef>
              <a:spcAft>
                <a:spcPts val="600"/>
              </a:spcAft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91A906-BF73-40B6-A7DF-B4192CBE488B}" type="datetime1">
              <a:rPr lang="es-BO" smtClean="0"/>
              <a:t>6/4/2026</a:t>
            </a:fld>
            <a:endParaRPr lang="es-BO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6D2F87-E3CE-4D2C-8213-240A77FC200E}" type="slidenum">
              <a:rPr lang="es-BO" smtClean="0"/>
              <a:t>‹Nº›</a:t>
            </a:fld>
            <a:endParaRPr lang="es-BO"/>
          </a:p>
        </p:txBody>
      </p:sp>
    </p:spTree>
    <p:extLst>
      <p:ext uri="{BB962C8B-B14F-4D97-AF65-F5344CB8AC3E}">
        <p14:creationId xmlns:p14="http://schemas.microsoft.com/office/powerpoint/2010/main" val="316349486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lIns="45720" tIns="0" rIns="45720" bIns="0"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856EA9-E4D2-4D3E-BD98-7BC025AFAB7D}" type="datetime1">
              <a:rPr lang="es-BO" smtClean="0"/>
              <a:t>6/4/2026</a:t>
            </a:fld>
            <a:endParaRPr lang="es-BO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BO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6D2F87-E3CE-4D2C-8213-240A77FC200E}" type="slidenum">
              <a:rPr lang="es-BO" smtClean="0"/>
              <a:t>‹Nº›</a:t>
            </a:fld>
            <a:endParaRPr lang="es-BO"/>
          </a:p>
        </p:txBody>
      </p:sp>
    </p:spTree>
    <p:extLst>
      <p:ext uri="{BB962C8B-B14F-4D97-AF65-F5344CB8AC3E}">
        <p14:creationId xmlns:p14="http://schemas.microsoft.com/office/powerpoint/2010/main" val="290216465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414778"/>
            <a:ext cx="2628900" cy="5757421"/>
          </a:xfrm>
        </p:spPr>
        <p:txBody>
          <a:bodyPr vert="eaVert"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414778"/>
            <a:ext cx="7734300" cy="5757422"/>
          </a:xfrm>
        </p:spPr>
        <p:txBody>
          <a:bodyPr vert="eaVert" lIns="45720" tIns="0" rIns="45720" bIns="0"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C1B617-55E6-4B48-A33A-5CEF7ACC4326}" type="datetime1">
              <a:rPr lang="es-BO" smtClean="0"/>
              <a:t>6/4/2026</a:t>
            </a:fld>
            <a:endParaRPr lang="es-BO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BO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6D2F87-E3CE-4D2C-8213-240A77FC200E}" type="slidenum">
              <a:rPr lang="es-BO" smtClean="0"/>
              <a:t>‹Nº›</a:t>
            </a:fld>
            <a:endParaRPr lang="es-BO"/>
          </a:p>
        </p:txBody>
      </p:sp>
    </p:spTree>
    <p:extLst>
      <p:ext uri="{BB962C8B-B14F-4D97-AF65-F5344CB8AC3E}">
        <p14:creationId xmlns:p14="http://schemas.microsoft.com/office/powerpoint/2010/main" val="311721032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1" y="6400800"/>
            <a:ext cx="12192000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s-BO"/>
          </a:p>
        </p:txBody>
      </p:sp>
      <p:sp>
        <p:nvSpPr>
          <p:cNvPr id="9" name="Rectangle 8"/>
          <p:cNvSpPr/>
          <p:nvPr/>
        </p:nvSpPr>
        <p:spPr>
          <a:xfrm>
            <a:off x="0" y="6334316"/>
            <a:ext cx="12192001" cy="659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s-BO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5734"/>
            <a:ext cx="10058400" cy="4023360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rgbClr val="FFFFFF"/>
                </a:solidFill>
              </a:defRPr>
            </a:lvl1pPr>
          </a:lstStyle>
          <a:p>
            <a:fld id="{049D0E1B-A36A-49AD-B5CB-109EA085C752}" type="datetime1">
              <a:rPr lang="es-BO" smtClean="0"/>
              <a:t>6/4/2026</a:t>
            </a:fld>
            <a:endParaRPr lang="es-BO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 cap="all" baseline="0">
                <a:solidFill>
                  <a:srgbClr val="FFFFFF"/>
                </a:solidFill>
              </a:defRPr>
            </a:lvl1pPr>
          </a:lstStyle>
          <a:p>
            <a:endParaRPr lang="es-BO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rgbClr val="FFFFFF"/>
                </a:solidFill>
              </a:defRPr>
            </a:lvl1pPr>
          </a:lstStyle>
          <a:p>
            <a:fld id="{116D2F87-E3CE-4D2C-8213-240A77FC200E}" type="slidenum">
              <a:rPr lang="es-BO" smtClean="0"/>
              <a:t>‹Nº›</a:t>
            </a:fld>
            <a:endParaRPr lang="es-BO"/>
          </a:p>
        </p:txBody>
      </p:sp>
      <p:cxnSp>
        <p:nvCxnSpPr>
          <p:cNvPr id="10" name="Straight Connector 9"/>
          <p:cNvCxnSpPr/>
          <p:nvPr/>
        </p:nvCxnSpPr>
        <p:spPr>
          <a:xfrm>
            <a:off x="1193532" y="1737845"/>
            <a:ext cx="996696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6265855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75" r:id="rId1"/>
    <p:sldLayoutId id="2147483776" r:id="rId2"/>
    <p:sldLayoutId id="2147483777" r:id="rId3"/>
    <p:sldLayoutId id="2147483778" r:id="rId4"/>
    <p:sldLayoutId id="2147483779" r:id="rId5"/>
    <p:sldLayoutId id="2147483780" r:id="rId6"/>
    <p:sldLayoutId id="2147483781" r:id="rId7"/>
    <p:sldLayoutId id="2147483782" r:id="rId8"/>
    <p:sldLayoutId id="2147483783" r:id="rId9"/>
    <p:sldLayoutId id="2147483784" r:id="rId10"/>
    <p:sldLayoutId id="2147483785" r:id="rId11"/>
  </p:sldLayoutIdLst>
  <p:hf sldNum="0" hdr="0" ftr="0" dt="0"/>
  <p:txStyles>
    <p:titleStyle>
      <a:lvl1pPr algn="l" defTabSz="914400" rtl="0" eaLnBrk="1" latinLnBrk="0" hangingPunct="1">
        <a:lnSpc>
          <a:spcPct val="85000"/>
        </a:lnSpc>
        <a:spcBef>
          <a:spcPct val="0"/>
        </a:spcBef>
        <a:buNone/>
        <a:defRPr sz="4800" kern="1200" spc="-50" baseline="0">
          <a:solidFill>
            <a:schemeClr val="tx1">
              <a:lumMod val="75000"/>
              <a:lumOff val="25000"/>
            </a:schemeClr>
          </a:solidFill>
          <a:latin typeface="+mj-lt"/>
          <a:ea typeface="+mj-ea"/>
          <a:cs typeface="+mj-cs"/>
        </a:defRPr>
      </a:lvl1pPr>
    </p:titleStyle>
    <p:bodyStyle>
      <a:lvl1pPr marL="91440" indent="-91440" algn="l" defTabSz="914400" rtl="0" eaLnBrk="1" latinLnBrk="0" hangingPunct="1">
        <a:lnSpc>
          <a:spcPct val="90000"/>
        </a:lnSpc>
        <a:spcBef>
          <a:spcPts val="1200"/>
        </a:spcBef>
        <a:spcAft>
          <a:spcPts val="200"/>
        </a:spcAft>
        <a:buClr>
          <a:schemeClr val="accent1"/>
        </a:buClr>
        <a:buSzPct val="100000"/>
        <a:buFont typeface="Calibri" panose="020F0502020204030204" pitchFamily="34" charset="0"/>
        <a:buChar char=" "/>
        <a:defRPr sz="20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38404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56692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74980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93268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11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13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15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17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ítulo 3"/>
          <p:cNvSpPr txBox="1">
            <a:spLocks/>
          </p:cNvSpPr>
          <p:nvPr/>
        </p:nvSpPr>
        <p:spPr>
          <a:xfrm>
            <a:off x="1234728" y="2635830"/>
            <a:ext cx="9840686" cy="1820053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 anchor="t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 defTabSz="433552">
              <a:lnSpc>
                <a:spcPct val="100000"/>
              </a:lnSpc>
              <a:spcBef>
                <a:spcPts val="474"/>
              </a:spcBef>
              <a:defRPr/>
            </a:pPr>
            <a:r>
              <a:rPr lang="es-MX" sz="5000" b="1" kern="0" dirty="0">
                <a:solidFill>
                  <a:srgbClr val="002060"/>
                </a:solidFill>
                <a:ea typeface="+mn-ea"/>
                <a:cs typeface="+mn-cs"/>
              </a:rPr>
              <a:t>TÍTULO DEL PROYECTO</a:t>
            </a:r>
            <a:endParaRPr lang="es-ES" sz="5000" b="1" dirty="0">
              <a:solidFill>
                <a:srgbClr val="000000"/>
              </a:solidFill>
              <a:latin typeface="Times New Roman"/>
              <a:ea typeface="Calibri"/>
            </a:endParaRPr>
          </a:p>
        </p:txBody>
      </p:sp>
      <p:sp>
        <p:nvSpPr>
          <p:cNvPr id="12" name="Título 3"/>
          <p:cNvSpPr txBox="1">
            <a:spLocks/>
          </p:cNvSpPr>
          <p:nvPr/>
        </p:nvSpPr>
        <p:spPr>
          <a:xfrm>
            <a:off x="841818" y="4383742"/>
            <a:ext cx="10941934" cy="250115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 anchor="t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lvl="0" algn="ctr">
              <a:spcAft>
                <a:spcPts val="0"/>
              </a:spcAft>
            </a:pPr>
            <a:endParaRPr lang="es-ES" sz="1600" b="1">
              <a:solidFill>
                <a:schemeClr val="bg1"/>
              </a:solidFill>
              <a:ea typeface="Times New Roman"/>
              <a:cs typeface="Arial" pitchFamily="34" charset="0"/>
            </a:endParaRPr>
          </a:p>
          <a:p>
            <a:pPr lvl="0" algn="just">
              <a:lnSpc>
                <a:spcPct val="100000"/>
              </a:lnSpc>
              <a:spcAft>
                <a:spcPts val="0"/>
              </a:spcAft>
            </a:pPr>
            <a:endParaRPr lang="es-ES" sz="2000">
              <a:latin typeface="Arial"/>
              <a:ea typeface="Times New Roman"/>
              <a:cs typeface="Symbol"/>
            </a:endParaRPr>
          </a:p>
          <a:p>
            <a:pPr algn="just">
              <a:lnSpc>
                <a:spcPct val="100000"/>
              </a:lnSpc>
              <a:spcAft>
                <a:spcPts val="0"/>
              </a:spcAft>
            </a:pPr>
            <a:r>
              <a:rPr lang="es-ES" sz="1800">
                <a:solidFill>
                  <a:srgbClr val="000000"/>
                </a:solidFill>
                <a:latin typeface="Times New Roman"/>
                <a:ea typeface="Calibri"/>
              </a:rPr>
              <a:t>NOMBRE ESTUDIANTE</a:t>
            </a:r>
          </a:p>
          <a:p>
            <a:pPr algn="just">
              <a:lnSpc>
                <a:spcPct val="100000"/>
              </a:lnSpc>
              <a:spcAft>
                <a:spcPts val="0"/>
              </a:spcAft>
            </a:pPr>
            <a:r>
              <a:rPr lang="es-ES" sz="1800">
                <a:solidFill>
                  <a:srgbClr val="000000"/>
                </a:solidFill>
                <a:latin typeface="Times New Roman"/>
                <a:ea typeface="Calibri"/>
              </a:rPr>
              <a:t>NOMBRE TUTOR</a:t>
            </a:r>
          </a:p>
        </p:txBody>
      </p:sp>
      <p:sp>
        <p:nvSpPr>
          <p:cNvPr id="13" name="Título 3"/>
          <p:cNvSpPr txBox="1">
            <a:spLocks/>
          </p:cNvSpPr>
          <p:nvPr/>
        </p:nvSpPr>
        <p:spPr>
          <a:xfrm>
            <a:off x="7155543" y="6858001"/>
            <a:ext cx="4194629" cy="182880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 anchor="t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lvl="0" algn="just">
              <a:spcAft>
                <a:spcPts val="0"/>
              </a:spcAft>
            </a:pPr>
            <a:endParaRPr lang="es-ES" sz="2000">
              <a:ea typeface="Times New Roman"/>
              <a:cs typeface="Symbol"/>
            </a:endParaRPr>
          </a:p>
        </p:txBody>
      </p:sp>
      <p:sp>
        <p:nvSpPr>
          <p:cNvPr id="9" name="Marcador de contenido 2">
            <a:extLst>
              <a:ext uri="{FF2B5EF4-FFF2-40B4-BE49-F238E27FC236}">
                <a16:creationId xmlns:a16="http://schemas.microsoft.com/office/drawing/2014/main" id="{FD204902-0A35-4208-9F5B-1C8C607088A4}"/>
              </a:ext>
            </a:extLst>
          </p:cNvPr>
          <p:cNvSpPr txBox="1">
            <a:spLocks/>
          </p:cNvSpPr>
          <p:nvPr/>
        </p:nvSpPr>
        <p:spPr>
          <a:xfrm>
            <a:off x="10956022" y="6414247"/>
            <a:ext cx="1118532" cy="443753"/>
          </a:xfrm>
          <a:prstGeom prst="rect">
            <a:avLst/>
          </a:prstGeom>
        </p:spPr>
        <p:txBody>
          <a:bodyPr vert="horz" lIns="0" tIns="45720" rIns="0" bIns="45720" rtlCol="0">
            <a:normAutofit fontScale="92500" lnSpcReduction="10000"/>
          </a:bodyPr>
          <a:lstStyle>
            <a:lvl1pPr marL="91440" indent="-91440" algn="l" defTabSz="914400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Clr>
                <a:schemeClr val="accent1"/>
              </a:buClr>
              <a:buSzPct val="100000"/>
              <a:buFont typeface="Calibri" panose="020F0502020204030204" pitchFamily="34" charset="0"/>
              <a:buChar char=" "/>
              <a:defRPr sz="20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8404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56692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4980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93268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1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13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15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17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s-ES" sz="3000">
                <a:solidFill>
                  <a:schemeClr val="bg1"/>
                </a:solidFill>
              </a:rPr>
              <a:t>1</a:t>
            </a:r>
          </a:p>
        </p:txBody>
      </p:sp>
      <p:pic>
        <p:nvPicPr>
          <p:cNvPr id="4" name="Imagen 3" descr="Logotipo&#10;&#10;El contenido generado por IA puede ser incorrecto.">
            <a:extLst>
              <a:ext uri="{FF2B5EF4-FFF2-40B4-BE49-F238E27FC236}">
                <a16:creationId xmlns:a16="http://schemas.microsoft.com/office/drawing/2014/main" id="{D6BB42B4-A99B-8C7F-D685-745F6FFA37C3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5209" y="144541"/>
            <a:ext cx="2520000" cy="1196729"/>
          </a:xfrm>
          <a:prstGeom prst="rect">
            <a:avLst/>
          </a:prstGeom>
        </p:spPr>
      </p:pic>
      <p:pic>
        <p:nvPicPr>
          <p:cNvPr id="6" name="Imagen 5" descr="Imagen que contiene Icono&#10;&#10;El contenido generado por IA puede ser incorrecto.">
            <a:extLst>
              <a:ext uri="{FF2B5EF4-FFF2-40B4-BE49-F238E27FC236}">
                <a16:creationId xmlns:a16="http://schemas.microsoft.com/office/drawing/2014/main" id="{13D4899C-C216-4D21-8923-C975FBFCE0AA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55321" y="438237"/>
            <a:ext cx="2788705" cy="9030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7123243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3137483" y="406400"/>
            <a:ext cx="6233020" cy="894181"/>
          </a:xfrm>
        </p:spPr>
        <p:txBody>
          <a:bodyPr>
            <a:normAutofit/>
          </a:bodyPr>
          <a:lstStyle/>
          <a:p>
            <a:pPr defTabSz="433552">
              <a:lnSpc>
                <a:spcPct val="100000"/>
              </a:lnSpc>
              <a:spcBef>
                <a:spcPts val="474"/>
              </a:spcBef>
              <a:defRPr/>
            </a:pPr>
            <a:r>
              <a:rPr lang="es-MX" sz="3500" b="1" kern="0">
                <a:solidFill>
                  <a:srgbClr val="002060"/>
                </a:solidFill>
              </a:rPr>
              <a:t>ABSTRACT</a:t>
            </a:r>
            <a:endParaRPr lang="es-ES" sz="3500" b="1">
              <a:solidFill>
                <a:srgbClr val="000000"/>
              </a:solidFill>
              <a:latin typeface="Times New Roman"/>
              <a:ea typeface="Calibri"/>
            </a:endParaRPr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endParaRPr lang="es-ES" sz="2500">
              <a:solidFill>
                <a:srgbClr val="002060"/>
              </a:solidFill>
            </a:endParaRPr>
          </a:p>
        </p:txBody>
      </p:sp>
      <p:sp>
        <p:nvSpPr>
          <p:cNvPr id="6" name="Marcador de contenido 2"/>
          <p:cNvSpPr txBox="1">
            <a:spLocks/>
          </p:cNvSpPr>
          <p:nvPr/>
        </p:nvSpPr>
        <p:spPr>
          <a:xfrm>
            <a:off x="10956022" y="6414247"/>
            <a:ext cx="1118532" cy="443753"/>
          </a:xfrm>
          <a:prstGeom prst="rect">
            <a:avLst/>
          </a:prstGeom>
        </p:spPr>
        <p:txBody>
          <a:bodyPr vert="horz" lIns="0" tIns="45720" rIns="0" bIns="45720" rtlCol="0">
            <a:normAutofit fontScale="92500" lnSpcReduction="10000"/>
          </a:bodyPr>
          <a:lstStyle>
            <a:lvl1pPr marL="91440" indent="-91440" algn="l" defTabSz="914400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Clr>
                <a:schemeClr val="accent1"/>
              </a:buClr>
              <a:buSzPct val="100000"/>
              <a:buFont typeface="Calibri" panose="020F0502020204030204" pitchFamily="34" charset="0"/>
              <a:buChar char=" "/>
              <a:defRPr sz="20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8404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56692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4980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93268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1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13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15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17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s-ES" sz="3000">
                <a:solidFill>
                  <a:schemeClr val="bg1"/>
                </a:solidFill>
              </a:rPr>
              <a:t>2</a:t>
            </a:r>
          </a:p>
        </p:txBody>
      </p:sp>
      <p:pic>
        <p:nvPicPr>
          <p:cNvPr id="4" name="Imagen 3" descr="Logotipo&#10;&#10;El contenido generado por IA puede ser incorrecto.">
            <a:extLst>
              <a:ext uri="{FF2B5EF4-FFF2-40B4-BE49-F238E27FC236}">
                <a16:creationId xmlns:a16="http://schemas.microsoft.com/office/drawing/2014/main" id="{05CF39C4-E9EC-6104-5675-4635C868D17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5209" y="144541"/>
            <a:ext cx="2520000" cy="11967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2650668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3137483" y="406400"/>
            <a:ext cx="6233020" cy="894181"/>
          </a:xfrm>
        </p:spPr>
        <p:txBody>
          <a:bodyPr>
            <a:normAutofit fontScale="90000"/>
          </a:bodyPr>
          <a:lstStyle/>
          <a:p>
            <a:pPr defTabSz="433552">
              <a:lnSpc>
                <a:spcPct val="100000"/>
              </a:lnSpc>
              <a:spcBef>
                <a:spcPts val="474"/>
              </a:spcBef>
              <a:defRPr/>
            </a:pPr>
            <a:r>
              <a:rPr lang="es-MX" sz="3500" b="1" kern="0" dirty="0">
                <a:solidFill>
                  <a:srgbClr val="002060"/>
                </a:solidFill>
              </a:rPr>
              <a:t>DOCUMENTACIÓN ADMINISTRATIVA</a:t>
            </a:r>
            <a:endParaRPr lang="es-ES" sz="3500" b="1" dirty="0">
              <a:solidFill>
                <a:srgbClr val="000000"/>
              </a:solidFill>
              <a:latin typeface="Times New Roman"/>
              <a:ea typeface="Calibri"/>
            </a:endParaRPr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>
          <a:xfrm>
            <a:off x="1097280" y="1845734"/>
            <a:ext cx="4216842" cy="4023360"/>
          </a:xfrm>
          <a:ln>
            <a:solidFill>
              <a:schemeClr val="tx1"/>
            </a:solidFill>
          </a:ln>
        </p:spPr>
        <p:txBody>
          <a:bodyPr>
            <a:normAutofit/>
          </a:bodyPr>
          <a:lstStyle/>
          <a:p>
            <a:r>
              <a:rPr lang="es-ES" sz="2500">
                <a:solidFill>
                  <a:srgbClr val="002060"/>
                </a:solidFill>
              </a:rPr>
              <a:t>CARTA DE SOLICITUD AL CASO DE ESTUDIO</a:t>
            </a:r>
          </a:p>
        </p:txBody>
      </p:sp>
      <p:sp>
        <p:nvSpPr>
          <p:cNvPr id="6" name="Marcador de contenido 2"/>
          <p:cNvSpPr txBox="1">
            <a:spLocks/>
          </p:cNvSpPr>
          <p:nvPr/>
        </p:nvSpPr>
        <p:spPr>
          <a:xfrm>
            <a:off x="10956022" y="6414247"/>
            <a:ext cx="1118532" cy="443753"/>
          </a:xfrm>
          <a:prstGeom prst="rect">
            <a:avLst/>
          </a:prstGeom>
        </p:spPr>
        <p:txBody>
          <a:bodyPr vert="horz" lIns="0" tIns="45720" rIns="0" bIns="45720" rtlCol="0">
            <a:normAutofit fontScale="92500" lnSpcReduction="10000"/>
          </a:bodyPr>
          <a:lstStyle>
            <a:lvl1pPr marL="91440" indent="-91440" algn="l" defTabSz="914400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Clr>
                <a:schemeClr val="accent1"/>
              </a:buClr>
              <a:buSzPct val="100000"/>
              <a:buFont typeface="Calibri" panose="020F0502020204030204" pitchFamily="34" charset="0"/>
              <a:buChar char=" "/>
              <a:defRPr sz="20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8404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56692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4980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93268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1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13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15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17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s-ES" sz="3000">
                <a:solidFill>
                  <a:schemeClr val="bg1"/>
                </a:solidFill>
              </a:rPr>
              <a:t>3</a:t>
            </a:r>
          </a:p>
        </p:txBody>
      </p:sp>
      <p:sp>
        <p:nvSpPr>
          <p:cNvPr id="4" name="Marcador de contenido 2">
            <a:extLst>
              <a:ext uri="{FF2B5EF4-FFF2-40B4-BE49-F238E27FC236}">
                <a16:creationId xmlns:a16="http://schemas.microsoft.com/office/drawing/2014/main" id="{F58E7A5B-1622-0156-BA30-03F9B20CB43B}"/>
              </a:ext>
            </a:extLst>
          </p:cNvPr>
          <p:cNvSpPr txBox="1">
            <a:spLocks/>
          </p:cNvSpPr>
          <p:nvPr/>
        </p:nvSpPr>
        <p:spPr>
          <a:xfrm>
            <a:off x="6418027" y="1845734"/>
            <a:ext cx="4216842" cy="4023360"/>
          </a:xfrm>
          <a:prstGeom prst="rect">
            <a:avLst/>
          </a:prstGeom>
          <a:ln>
            <a:solidFill>
              <a:schemeClr val="tx1"/>
            </a:solidFill>
          </a:ln>
        </p:spPr>
        <p:txBody>
          <a:bodyPr vert="horz" lIns="0" tIns="45720" rIns="0" bIns="45720" rtlCol="0">
            <a:normAutofit/>
          </a:bodyPr>
          <a:lstStyle>
            <a:lvl1pPr marL="91440" indent="-91440" algn="l" defTabSz="914400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Clr>
                <a:schemeClr val="accent1"/>
              </a:buClr>
              <a:buSzPct val="100000"/>
              <a:buFont typeface="Calibri" panose="020F0502020204030204" pitchFamily="34" charset="0"/>
              <a:buChar char=" "/>
              <a:defRPr sz="20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8404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56692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4980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93268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1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13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15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17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s-ES" sz="2500">
                <a:solidFill>
                  <a:srgbClr val="002060"/>
                </a:solidFill>
              </a:rPr>
              <a:t>CARTA DE CONFORMIDAD DEL CASO DE ESTUDIO</a:t>
            </a:r>
          </a:p>
        </p:txBody>
      </p:sp>
      <p:pic>
        <p:nvPicPr>
          <p:cNvPr id="5" name="Imagen 4" descr="Logotipo&#10;&#10;El contenido generado por IA puede ser incorrecto.">
            <a:extLst>
              <a:ext uri="{FF2B5EF4-FFF2-40B4-BE49-F238E27FC236}">
                <a16:creationId xmlns:a16="http://schemas.microsoft.com/office/drawing/2014/main" id="{00378E32-F25C-F3E8-1E07-F9E21BD275FE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5209" y="144541"/>
            <a:ext cx="2520000" cy="11967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5821758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3137483" y="406400"/>
            <a:ext cx="6233020" cy="894181"/>
          </a:xfrm>
        </p:spPr>
        <p:txBody>
          <a:bodyPr>
            <a:normAutofit/>
          </a:bodyPr>
          <a:lstStyle/>
          <a:p>
            <a:pPr defTabSz="433552">
              <a:lnSpc>
                <a:spcPct val="100000"/>
              </a:lnSpc>
              <a:spcBef>
                <a:spcPts val="474"/>
              </a:spcBef>
              <a:defRPr/>
            </a:pPr>
            <a:r>
              <a:rPr lang="es-MX" sz="3500" b="1" kern="0" dirty="0">
                <a:solidFill>
                  <a:srgbClr val="002060"/>
                </a:solidFill>
              </a:rPr>
              <a:t>INTRODUCCIÓN</a:t>
            </a:r>
            <a:endParaRPr lang="es-ES" sz="3500" b="1" dirty="0">
              <a:solidFill>
                <a:srgbClr val="000000"/>
              </a:solidFill>
              <a:latin typeface="Times New Roman"/>
              <a:ea typeface="Calibri"/>
            </a:endParaRPr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s-ES" sz="2500" dirty="0">
                <a:solidFill>
                  <a:srgbClr val="002060"/>
                </a:solidFill>
              </a:rPr>
              <a:t>PROYECTO DE GRADO</a:t>
            </a:r>
          </a:p>
        </p:txBody>
      </p:sp>
      <p:sp>
        <p:nvSpPr>
          <p:cNvPr id="6" name="Marcador de contenido 2"/>
          <p:cNvSpPr txBox="1">
            <a:spLocks/>
          </p:cNvSpPr>
          <p:nvPr/>
        </p:nvSpPr>
        <p:spPr>
          <a:xfrm>
            <a:off x="10956022" y="6414247"/>
            <a:ext cx="1118532" cy="443753"/>
          </a:xfrm>
          <a:prstGeom prst="rect">
            <a:avLst/>
          </a:prstGeom>
        </p:spPr>
        <p:txBody>
          <a:bodyPr vert="horz" lIns="0" tIns="45720" rIns="0" bIns="45720" rtlCol="0">
            <a:normAutofit fontScale="92500" lnSpcReduction="10000"/>
          </a:bodyPr>
          <a:lstStyle>
            <a:lvl1pPr marL="91440" indent="-91440" algn="l" defTabSz="914400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Clr>
                <a:schemeClr val="accent1"/>
              </a:buClr>
              <a:buSzPct val="100000"/>
              <a:buFont typeface="Calibri" panose="020F0502020204030204" pitchFamily="34" charset="0"/>
              <a:buChar char=" "/>
              <a:defRPr sz="20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8404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56692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4980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93268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1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13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15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17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s-ES" sz="3000" dirty="0">
                <a:solidFill>
                  <a:schemeClr val="bg1"/>
                </a:solidFill>
              </a:rPr>
              <a:t>4</a:t>
            </a:r>
          </a:p>
        </p:txBody>
      </p:sp>
      <p:pic>
        <p:nvPicPr>
          <p:cNvPr id="4" name="Imagen 3" descr="Logotipo&#10;&#10;El contenido generado por IA puede ser incorrecto.">
            <a:extLst>
              <a:ext uri="{FF2B5EF4-FFF2-40B4-BE49-F238E27FC236}">
                <a16:creationId xmlns:a16="http://schemas.microsoft.com/office/drawing/2014/main" id="{451AD79A-8A87-C96B-EE4F-F0FBBA6763A7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5209" y="144541"/>
            <a:ext cx="2520000" cy="11967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0147073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3137483" y="406400"/>
            <a:ext cx="6233020" cy="894181"/>
          </a:xfrm>
        </p:spPr>
        <p:txBody>
          <a:bodyPr>
            <a:normAutofit/>
          </a:bodyPr>
          <a:lstStyle/>
          <a:p>
            <a:pPr defTabSz="433552">
              <a:lnSpc>
                <a:spcPct val="100000"/>
              </a:lnSpc>
              <a:spcBef>
                <a:spcPts val="474"/>
              </a:spcBef>
              <a:defRPr/>
            </a:pPr>
            <a:r>
              <a:rPr lang="es-MX" sz="3500" b="1" kern="0">
                <a:solidFill>
                  <a:srgbClr val="002060"/>
                </a:solidFill>
              </a:rPr>
              <a:t>PROBLEMÁTICA</a:t>
            </a:r>
            <a:endParaRPr lang="es-ES" sz="3500" b="1">
              <a:solidFill>
                <a:srgbClr val="000000"/>
              </a:solidFill>
              <a:latin typeface="Times New Roman"/>
              <a:ea typeface="Calibri"/>
            </a:endParaRPr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s-ES" sz="2500" dirty="0">
                <a:solidFill>
                  <a:srgbClr val="002060"/>
                </a:solidFill>
              </a:rPr>
              <a:t>FORMULACIÓN DEL PROBLEMA</a:t>
            </a:r>
          </a:p>
        </p:txBody>
      </p:sp>
      <p:sp>
        <p:nvSpPr>
          <p:cNvPr id="6" name="Marcador de contenido 2"/>
          <p:cNvSpPr txBox="1">
            <a:spLocks/>
          </p:cNvSpPr>
          <p:nvPr/>
        </p:nvSpPr>
        <p:spPr>
          <a:xfrm>
            <a:off x="10956022" y="6414247"/>
            <a:ext cx="1118532" cy="443753"/>
          </a:xfrm>
          <a:prstGeom prst="rect">
            <a:avLst/>
          </a:prstGeom>
        </p:spPr>
        <p:txBody>
          <a:bodyPr vert="horz" lIns="0" tIns="45720" rIns="0" bIns="45720" rtlCol="0">
            <a:normAutofit fontScale="92500" lnSpcReduction="10000"/>
          </a:bodyPr>
          <a:lstStyle>
            <a:lvl1pPr marL="91440" indent="-91440" algn="l" defTabSz="914400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Clr>
                <a:schemeClr val="accent1"/>
              </a:buClr>
              <a:buSzPct val="100000"/>
              <a:buFont typeface="Calibri" panose="020F0502020204030204" pitchFamily="34" charset="0"/>
              <a:buChar char=" "/>
              <a:defRPr sz="20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8404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56692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4980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93268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1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13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15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17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s-ES" sz="3000" dirty="0">
                <a:solidFill>
                  <a:schemeClr val="bg1"/>
                </a:solidFill>
              </a:rPr>
              <a:t>5</a:t>
            </a:r>
          </a:p>
        </p:txBody>
      </p:sp>
      <p:pic>
        <p:nvPicPr>
          <p:cNvPr id="4" name="Imagen 3" descr="Logotipo&#10;&#10;El contenido generado por IA puede ser incorrecto.">
            <a:extLst>
              <a:ext uri="{FF2B5EF4-FFF2-40B4-BE49-F238E27FC236}">
                <a16:creationId xmlns:a16="http://schemas.microsoft.com/office/drawing/2014/main" id="{807B56C3-2532-5FD6-0402-3308426F8331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5209" y="144541"/>
            <a:ext cx="2520000" cy="11967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6116044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3137483" y="406400"/>
            <a:ext cx="6233020" cy="894181"/>
          </a:xfrm>
        </p:spPr>
        <p:txBody>
          <a:bodyPr>
            <a:normAutofit/>
          </a:bodyPr>
          <a:lstStyle/>
          <a:p>
            <a:pPr defTabSz="433552">
              <a:lnSpc>
                <a:spcPct val="100000"/>
              </a:lnSpc>
              <a:spcBef>
                <a:spcPts val="474"/>
              </a:spcBef>
              <a:defRPr/>
            </a:pPr>
            <a:r>
              <a:rPr lang="es-MX" sz="3500" b="1" kern="0">
                <a:solidFill>
                  <a:srgbClr val="002060"/>
                </a:solidFill>
              </a:rPr>
              <a:t>OBJETIVO GENERAL</a:t>
            </a:r>
            <a:endParaRPr lang="es-ES" sz="3500" b="1" dirty="0">
              <a:solidFill>
                <a:srgbClr val="000000"/>
              </a:solidFill>
              <a:latin typeface="Times New Roman"/>
              <a:ea typeface="Calibri"/>
            </a:endParaRPr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endParaRPr lang="es-ES" sz="2500">
              <a:solidFill>
                <a:srgbClr val="002060"/>
              </a:solidFill>
            </a:endParaRPr>
          </a:p>
        </p:txBody>
      </p:sp>
      <p:sp>
        <p:nvSpPr>
          <p:cNvPr id="6" name="Marcador de contenido 2"/>
          <p:cNvSpPr txBox="1">
            <a:spLocks/>
          </p:cNvSpPr>
          <p:nvPr/>
        </p:nvSpPr>
        <p:spPr>
          <a:xfrm>
            <a:off x="10956022" y="6414247"/>
            <a:ext cx="1118532" cy="443753"/>
          </a:xfrm>
          <a:prstGeom prst="rect">
            <a:avLst/>
          </a:prstGeom>
        </p:spPr>
        <p:txBody>
          <a:bodyPr vert="horz" lIns="0" tIns="45720" rIns="0" bIns="45720" rtlCol="0">
            <a:normAutofit fontScale="92500" lnSpcReduction="10000"/>
          </a:bodyPr>
          <a:lstStyle>
            <a:lvl1pPr marL="91440" indent="-91440" algn="l" defTabSz="914400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Clr>
                <a:schemeClr val="accent1"/>
              </a:buClr>
              <a:buSzPct val="100000"/>
              <a:buFont typeface="Calibri" panose="020F0502020204030204" pitchFamily="34" charset="0"/>
              <a:buChar char=" "/>
              <a:defRPr sz="20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8404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56692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4980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93268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1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13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15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17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s-ES" sz="3000">
                <a:solidFill>
                  <a:schemeClr val="bg1"/>
                </a:solidFill>
              </a:rPr>
              <a:t>6</a:t>
            </a:r>
            <a:endParaRPr lang="es-ES" sz="3000" dirty="0">
              <a:solidFill>
                <a:schemeClr val="bg1"/>
              </a:solidFill>
            </a:endParaRPr>
          </a:p>
        </p:txBody>
      </p:sp>
      <p:pic>
        <p:nvPicPr>
          <p:cNvPr id="4" name="Imagen 3" descr="Logotipo&#10;&#10;El contenido generado por IA puede ser incorrecto.">
            <a:extLst>
              <a:ext uri="{FF2B5EF4-FFF2-40B4-BE49-F238E27FC236}">
                <a16:creationId xmlns:a16="http://schemas.microsoft.com/office/drawing/2014/main" id="{4CE30A46-5A79-6932-E566-881B1D3381A3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5209" y="144541"/>
            <a:ext cx="2520000" cy="11967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4471737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3137483" y="406400"/>
            <a:ext cx="6233020" cy="894181"/>
          </a:xfrm>
        </p:spPr>
        <p:txBody>
          <a:bodyPr>
            <a:normAutofit/>
          </a:bodyPr>
          <a:lstStyle/>
          <a:p>
            <a:pPr defTabSz="433552">
              <a:lnSpc>
                <a:spcPct val="100000"/>
              </a:lnSpc>
              <a:spcBef>
                <a:spcPts val="474"/>
              </a:spcBef>
              <a:defRPr/>
            </a:pPr>
            <a:r>
              <a:rPr lang="es-MX" sz="3500" b="1" kern="0">
                <a:solidFill>
                  <a:srgbClr val="002060"/>
                </a:solidFill>
              </a:rPr>
              <a:t>OBJETIVOS ESPECÍFICOS</a:t>
            </a:r>
            <a:endParaRPr lang="es-ES" sz="3500" b="1">
              <a:solidFill>
                <a:srgbClr val="000000"/>
              </a:solidFill>
              <a:latin typeface="Times New Roman"/>
              <a:ea typeface="Calibri"/>
            </a:endParaRPr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endParaRPr lang="es-ES" sz="2500">
              <a:solidFill>
                <a:srgbClr val="002060"/>
              </a:solidFill>
            </a:endParaRPr>
          </a:p>
        </p:txBody>
      </p:sp>
      <p:sp>
        <p:nvSpPr>
          <p:cNvPr id="6" name="Marcador de contenido 2"/>
          <p:cNvSpPr txBox="1">
            <a:spLocks/>
          </p:cNvSpPr>
          <p:nvPr/>
        </p:nvSpPr>
        <p:spPr>
          <a:xfrm>
            <a:off x="10956022" y="6414247"/>
            <a:ext cx="1118532" cy="443753"/>
          </a:xfrm>
          <a:prstGeom prst="rect">
            <a:avLst/>
          </a:prstGeom>
        </p:spPr>
        <p:txBody>
          <a:bodyPr vert="horz" lIns="0" tIns="45720" rIns="0" bIns="45720" rtlCol="0">
            <a:normAutofit fontScale="92500" lnSpcReduction="10000"/>
          </a:bodyPr>
          <a:lstStyle>
            <a:lvl1pPr marL="91440" indent="-91440" algn="l" defTabSz="914400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Clr>
                <a:schemeClr val="accent1"/>
              </a:buClr>
              <a:buSzPct val="100000"/>
              <a:buFont typeface="Calibri" panose="020F0502020204030204" pitchFamily="34" charset="0"/>
              <a:buChar char=" "/>
              <a:defRPr sz="20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8404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56692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4980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93268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1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13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15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17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s-ES" sz="3000" dirty="0">
                <a:solidFill>
                  <a:schemeClr val="bg1"/>
                </a:solidFill>
              </a:rPr>
              <a:t>7</a:t>
            </a:r>
          </a:p>
        </p:txBody>
      </p:sp>
      <p:pic>
        <p:nvPicPr>
          <p:cNvPr id="4" name="Imagen 3" descr="Logotipo&#10;&#10;El contenido generado por IA puede ser incorrecto.">
            <a:extLst>
              <a:ext uri="{FF2B5EF4-FFF2-40B4-BE49-F238E27FC236}">
                <a16:creationId xmlns:a16="http://schemas.microsoft.com/office/drawing/2014/main" id="{11AF05A1-B373-8A9F-D830-CBFBD354F62F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5209" y="144541"/>
            <a:ext cx="2520000" cy="11967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3408031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3137483" y="406400"/>
            <a:ext cx="6233020" cy="894181"/>
          </a:xfrm>
        </p:spPr>
        <p:txBody>
          <a:bodyPr>
            <a:normAutofit/>
          </a:bodyPr>
          <a:lstStyle/>
          <a:p>
            <a:pPr defTabSz="433552">
              <a:lnSpc>
                <a:spcPct val="100000"/>
              </a:lnSpc>
              <a:spcBef>
                <a:spcPts val="474"/>
              </a:spcBef>
              <a:defRPr/>
            </a:pPr>
            <a:r>
              <a:rPr lang="es-MX" sz="3500" b="1" kern="0" dirty="0">
                <a:solidFill>
                  <a:srgbClr val="002060"/>
                </a:solidFill>
              </a:rPr>
              <a:t>METODOLOGÍA</a:t>
            </a:r>
            <a:endParaRPr lang="es-ES" sz="3500" b="1" dirty="0">
              <a:solidFill>
                <a:srgbClr val="000000"/>
              </a:solidFill>
              <a:latin typeface="Times New Roman"/>
              <a:ea typeface="Calibri"/>
            </a:endParaRPr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s-ES" sz="2500" dirty="0">
                <a:solidFill>
                  <a:srgbClr val="002060"/>
                </a:solidFill>
              </a:rPr>
              <a:t>PARADIGMA – MÉTODO DE INVESTIGACIÓN – TÉCNICAS DE INVESTIGACIÓN</a:t>
            </a:r>
          </a:p>
          <a:p>
            <a:r>
              <a:rPr lang="es-ES" sz="2500" dirty="0">
                <a:solidFill>
                  <a:srgbClr val="002060"/>
                </a:solidFill>
              </a:rPr>
              <a:t>(OJO: PARADIGMA POSITIVISTA)</a:t>
            </a:r>
          </a:p>
        </p:txBody>
      </p:sp>
      <p:sp>
        <p:nvSpPr>
          <p:cNvPr id="6" name="Marcador de contenido 2"/>
          <p:cNvSpPr txBox="1">
            <a:spLocks/>
          </p:cNvSpPr>
          <p:nvPr/>
        </p:nvSpPr>
        <p:spPr>
          <a:xfrm>
            <a:off x="10956022" y="6414247"/>
            <a:ext cx="1118532" cy="443753"/>
          </a:xfrm>
          <a:prstGeom prst="rect">
            <a:avLst/>
          </a:prstGeom>
        </p:spPr>
        <p:txBody>
          <a:bodyPr vert="horz" lIns="0" tIns="45720" rIns="0" bIns="45720" rtlCol="0">
            <a:normAutofit fontScale="92500" lnSpcReduction="10000"/>
          </a:bodyPr>
          <a:lstStyle>
            <a:lvl1pPr marL="91440" indent="-91440" algn="l" defTabSz="914400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Clr>
                <a:schemeClr val="accent1"/>
              </a:buClr>
              <a:buSzPct val="100000"/>
              <a:buFont typeface="Calibri" panose="020F0502020204030204" pitchFamily="34" charset="0"/>
              <a:buChar char=" "/>
              <a:defRPr sz="20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8404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56692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4980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93268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1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13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15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17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s-ES" sz="3000" dirty="0">
                <a:solidFill>
                  <a:schemeClr val="bg1"/>
                </a:solidFill>
              </a:rPr>
              <a:t>8</a:t>
            </a:r>
          </a:p>
        </p:txBody>
      </p:sp>
      <p:pic>
        <p:nvPicPr>
          <p:cNvPr id="4" name="Imagen 3" descr="Logotipo&#10;&#10;El contenido generado por IA puede ser incorrecto.">
            <a:extLst>
              <a:ext uri="{FF2B5EF4-FFF2-40B4-BE49-F238E27FC236}">
                <a16:creationId xmlns:a16="http://schemas.microsoft.com/office/drawing/2014/main" id="{F537D7EB-4965-2B4D-70AA-D1FCDD0EEC67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5209" y="144541"/>
            <a:ext cx="2520000" cy="11967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5927922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3137483" y="406400"/>
            <a:ext cx="6233020" cy="894181"/>
          </a:xfrm>
        </p:spPr>
        <p:txBody>
          <a:bodyPr>
            <a:normAutofit/>
          </a:bodyPr>
          <a:lstStyle/>
          <a:p>
            <a:pPr defTabSz="433552">
              <a:lnSpc>
                <a:spcPct val="100000"/>
              </a:lnSpc>
              <a:spcBef>
                <a:spcPts val="474"/>
              </a:spcBef>
              <a:defRPr/>
            </a:pPr>
            <a:r>
              <a:rPr lang="es-MX" sz="3500" b="1" kern="0" dirty="0">
                <a:solidFill>
                  <a:srgbClr val="002060"/>
                </a:solidFill>
              </a:rPr>
              <a:t>SOFTWARE</a:t>
            </a:r>
            <a:endParaRPr lang="es-ES" sz="3500" b="1" dirty="0">
              <a:solidFill>
                <a:srgbClr val="000000"/>
              </a:solidFill>
              <a:latin typeface="Times New Roman"/>
              <a:ea typeface="Calibri"/>
            </a:endParaRPr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s-ES" sz="2500" dirty="0">
                <a:solidFill>
                  <a:srgbClr val="002060"/>
                </a:solidFill>
              </a:rPr>
              <a:t>SOFTWARE USADO</a:t>
            </a:r>
          </a:p>
        </p:txBody>
      </p:sp>
      <p:sp>
        <p:nvSpPr>
          <p:cNvPr id="6" name="Marcador de contenido 2"/>
          <p:cNvSpPr txBox="1">
            <a:spLocks/>
          </p:cNvSpPr>
          <p:nvPr/>
        </p:nvSpPr>
        <p:spPr>
          <a:xfrm>
            <a:off x="10956022" y="6414247"/>
            <a:ext cx="1118532" cy="443753"/>
          </a:xfrm>
          <a:prstGeom prst="rect">
            <a:avLst/>
          </a:prstGeom>
        </p:spPr>
        <p:txBody>
          <a:bodyPr vert="horz" lIns="0" tIns="45720" rIns="0" bIns="45720" rtlCol="0">
            <a:normAutofit fontScale="92500" lnSpcReduction="10000"/>
          </a:bodyPr>
          <a:lstStyle>
            <a:lvl1pPr marL="91440" indent="-91440" algn="l" defTabSz="914400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Clr>
                <a:schemeClr val="accent1"/>
              </a:buClr>
              <a:buSzPct val="100000"/>
              <a:buFont typeface="Calibri" panose="020F0502020204030204" pitchFamily="34" charset="0"/>
              <a:buChar char=" "/>
              <a:defRPr sz="20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8404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56692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4980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93268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1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13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15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17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s-ES" sz="3000" dirty="0">
                <a:solidFill>
                  <a:schemeClr val="bg1"/>
                </a:solidFill>
              </a:rPr>
              <a:t>9</a:t>
            </a:r>
          </a:p>
        </p:txBody>
      </p:sp>
      <p:pic>
        <p:nvPicPr>
          <p:cNvPr id="4" name="Imagen 3" descr="Logotipo&#10;&#10;El contenido generado por IA puede ser incorrecto.">
            <a:extLst>
              <a:ext uri="{FF2B5EF4-FFF2-40B4-BE49-F238E27FC236}">
                <a16:creationId xmlns:a16="http://schemas.microsoft.com/office/drawing/2014/main" id="{92B5DE3D-0354-7DAB-2349-D7AE4DB41A3F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5209" y="144541"/>
            <a:ext cx="2520000" cy="11967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4130534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3137483" y="406400"/>
            <a:ext cx="6233020" cy="894181"/>
          </a:xfrm>
        </p:spPr>
        <p:txBody>
          <a:bodyPr>
            <a:normAutofit/>
          </a:bodyPr>
          <a:lstStyle/>
          <a:p>
            <a:pPr defTabSz="433552">
              <a:lnSpc>
                <a:spcPct val="100000"/>
              </a:lnSpc>
              <a:spcBef>
                <a:spcPts val="474"/>
              </a:spcBef>
              <a:defRPr/>
            </a:pPr>
            <a:r>
              <a:rPr lang="es-MX" sz="3500" b="1" kern="0" dirty="0">
                <a:solidFill>
                  <a:srgbClr val="002060"/>
                </a:solidFill>
              </a:rPr>
              <a:t>HARDWARE</a:t>
            </a:r>
            <a:endParaRPr lang="es-ES" sz="3500" b="1" dirty="0">
              <a:solidFill>
                <a:srgbClr val="000000"/>
              </a:solidFill>
              <a:latin typeface="Times New Roman"/>
              <a:ea typeface="Calibri"/>
            </a:endParaRPr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s-ES" sz="2500" dirty="0">
                <a:solidFill>
                  <a:srgbClr val="002060"/>
                </a:solidFill>
              </a:rPr>
              <a:t>HARDWARE NECESARIO</a:t>
            </a:r>
          </a:p>
        </p:txBody>
      </p:sp>
      <p:sp>
        <p:nvSpPr>
          <p:cNvPr id="6" name="Marcador de contenido 2"/>
          <p:cNvSpPr txBox="1">
            <a:spLocks/>
          </p:cNvSpPr>
          <p:nvPr/>
        </p:nvSpPr>
        <p:spPr>
          <a:xfrm>
            <a:off x="10956022" y="6414247"/>
            <a:ext cx="1118532" cy="443753"/>
          </a:xfrm>
          <a:prstGeom prst="rect">
            <a:avLst/>
          </a:prstGeom>
        </p:spPr>
        <p:txBody>
          <a:bodyPr vert="horz" lIns="0" tIns="45720" rIns="0" bIns="45720" rtlCol="0">
            <a:normAutofit fontScale="92500" lnSpcReduction="10000"/>
          </a:bodyPr>
          <a:lstStyle>
            <a:lvl1pPr marL="91440" indent="-91440" algn="l" defTabSz="914400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Clr>
                <a:schemeClr val="accent1"/>
              </a:buClr>
              <a:buSzPct val="100000"/>
              <a:buFont typeface="Calibri" panose="020F0502020204030204" pitchFamily="34" charset="0"/>
              <a:buChar char=" "/>
              <a:defRPr sz="20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8404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56692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4980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93268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1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13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15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17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s-ES" sz="3000" dirty="0">
                <a:solidFill>
                  <a:schemeClr val="bg1"/>
                </a:solidFill>
              </a:rPr>
              <a:t>10</a:t>
            </a:r>
          </a:p>
        </p:txBody>
      </p:sp>
      <p:pic>
        <p:nvPicPr>
          <p:cNvPr id="4" name="Imagen 3" descr="Logotipo&#10;&#10;El contenido generado por IA puede ser incorrecto.">
            <a:extLst>
              <a:ext uri="{FF2B5EF4-FFF2-40B4-BE49-F238E27FC236}">
                <a16:creationId xmlns:a16="http://schemas.microsoft.com/office/drawing/2014/main" id="{E1D2D402-D35F-C084-2246-A5EDA80A940A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5209" y="144541"/>
            <a:ext cx="2520000" cy="11967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0931549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3137483" y="406400"/>
            <a:ext cx="6233020" cy="894181"/>
          </a:xfrm>
        </p:spPr>
        <p:txBody>
          <a:bodyPr>
            <a:normAutofit/>
          </a:bodyPr>
          <a:lstStyle/>
          <a:p>
            <a:pPr defTabSz="433552">
              <a:lnSpc>
                <a:spcPct val="100000"/>
              </a:lnSpc>
              <a:spcBef>
                <a:spcPts val="474"/>
              </a:spcBef>
              <a:defRPr/>
            </a:pPr>
            <a:r>
              <a:rPr lang="es-MX" sz="3500" b="1" kern="0" dirty="0">
                <a:solidFill>
                  <a:srgbClr val="002060"/>
                </a:solidFill>
              </a:rPr>
              <a:t>MARCO PRACTICO</a:t>
            </a:r>
            <a:endParaRPr lang="es-ES" sz="3500" b="1" dirty="0">
              <a:solidFill>
                <a:srgbClr val="000000"/>
              </a:solidFill>
              <a:latin typeface="Times New Roman"/>
              <a:ea typeface="Calibri"/>
            </a:endParaRPr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>
          <a:xfrm>
            <a:off x="6688409" y="747252"/>
            <a:ext cx="4267613" cy="443753"/>
          </a:xfrm>
        </p:spPr>
        <p:txBody>
          <a:bodyPr>
            <a:normAutofit/>
          </a:bodyPr>
          <a:lstStyle/>
          <a:p>
            <a:r>
              <a:rPr lang="es-ES" sz="2500" dirty="0">
                <a:solidFill>
                  <a:srgbClr val="002060"/>
                </a:solidFill>
              </a:rPr>
              <a:t>(MÁXIMO 10 DIAPOSITIVAS)</a:t>
            </a:r>
          </a:p>
        </p:txBody>
      </p:sp>
      <p:sp>
        <p:nvSpPr>
          <p:cNvPr id="6" name="Marcador de contenido 2"/>
          <p:cNvSpPr txBox="1">
            <a:spLocks/>
          </p:cNvSpPr>
          <p:nvPr/>
        </p:nvSpPr>
        <p:spPr>
          <a:xfrm>
            <a:off x="10956022" y="6414247"/>
            <a:ext cx="1118532" cy="443753"/>
          </a:xfrm>
          <a:prstGeom prst="rect">
            <a:avLst/>
          </a:prstGeom>
        </p:spPr>
        <p:txBody>
          <a:bodyPr vert="horz" lIns="0" tIns="45720" rIns="0" bIns="45720" rtlCol="0">
            <a:normAutofit fontScale="92500" lnSpcReduction="10000"/>
          </a:bodyPr>
          <a:lstStyle>
            <a:lvl1pPr marL="91440" indent="-91440" algn="l" defTabSz="914400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Clr>
                <a:schemeClr val="accent1"/>
              </a:buClr>
              <a:buSzPct val="100000"/>
              <a:buFont typeface="Calibri" panose="020F0502020204030204" pitchFamily="34" charset="0"/>
              <a:buChar char=" "/>
              <a:defRPr sz="20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8404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56692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4980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93268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1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13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15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17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s-ES" sz="3000" dirty="0">
                <a:solidFill>
                  <a:schemeClr val="bg1"/>
                </a:solidFill>
              </a:rPr>
              <a:t>11</a:t>
            </a:r>
          </a:p>
        </p:txBody>
      </p:sp>
      <p:sp>
        <p:nvSpPr>
          <p:cNvPr id="4" name="Título 1">
            <a:extLst>
              <a:ext uri="{FF2B5EF4-FFF2-40B4-BE49-F238E27FC236}">
                <a16:creationId xmlns:a16="http://schemas.microsoft.com/office/drawing/2014/main" id="{A2C66AD8-BF91-6932-070E-3A851CA6A8B1}"/>
              </a:ext>
            </a:extLst>
          </p:cNvPr>
          <p:cNvSpPr txBox="1">
            <a:spLocks/>
          </p:cNvSpPr>
          <p:nvPr/>
        </p:nvSpPr>
        <p:spPr>
          <a:xfrm>
            <a:off x="475901" y="1595149"/>
            <a:ext cx="10716355" cy="550643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marL="0"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 defTabSz="433552">
              <a:lnSpc>
                <a:spcPct val="100000"/>
              </a:lnSpc>
              <a:spcBef>
                <a:spcPts val="474"/>
              </a:spcBef>
              <a:defRPr/>
            </a:pPr>
            <a:r>
              <a:rPr lang="es-BO" sz="1600" b="1" dirty="0">
                <a:solidFill>
                  <a:srgbClr val="002060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</a:rPr>
              <a:t>ANÁLISIS DE LA SITUACIÓN ACTUAL (ANTES DEL SISTEMA) (EJEMPLO)</a:t>
            </a:r>
            <a:endParaRPr lang="es-ES" sz="1800" b="1" kern="0" dirty="0">
              <a:solidFill>
                <a:schemeClr val="tx1">
                  <a:lumMod val="85000"/>
                  <a:lumOff val="1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26BA8548-9ACE-F1E6-AC16-E05B8E93AE1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6047" y="2316480"/>
            <a:ext cx="10046209" cy="3669792"/>
          </a:xfrm>
          <a:prstGeom prst="rect">
            <a:avLst/>
          </a:prstGeom>
        </p:spPr>
      </p:pic>
      <p:pic>
        <p:nvPicPr>
          <p:cNvPr id="7" name="Imagen 6" descr="Logotipo&#10;&#10;El contenido generado por IA puede ser incorrecto.">
            <a:extLst>
              <a:ext uri="{FF2B5EF4-FFF2-40B4-BE49-F238E27FC236}">
                <a16:creationId xmlns:a16="http://schemas.microsoft.com/office/drawing/2014/main" id="{67DFBD3C-D80D-655C-539A-7EEB8F6A296F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5209" y="144541"/>
            <a:ext cx="2520000" cy="11967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1157435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509E34-544A-A671-0455-B96CF3316A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BA2C854-8E2D-D34E-0168-EA8DEA6880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37483" y="406400"/>
            <a:ext cx="6233020" cy="894181"/>
          </a:xfrm>
        </p:spPr>
        <p:txBody>
          <a:bodyPr>
            <a:normAutofit/>
          </a:bodyPr>
          <a:lstStyle/>
          <a:p>
            <a:pPr defTabSz="433552">
              <a:lnSpc>
                <a:spcPct val="100000"/>
              </a:lnSpc>
              <a:spcBef>
                <a:spcPts val="474"/>
              </a:spcBef>
              <a:defRPr/>
            </a:pPr>
            <a:r>
              <a:rPr lang="es-MX" sz="3500" b="1" kern="0" dirty="0">
                <a:solidFill>
                  <a:srgbClr val="002060"/>
                </a:solidFill>
              </a:rPr>
              <a:t>MARCO PRACTICO</a:t>
            </a:r>
            <a:endParaRPr lang="es-ES" sz="3500" b="1" dirty="0">
              <a:solidFill>
                <a:srgbClr val="000000"/>
              </a:solidFill>
              <a:latin typeface="Times New Roman"/>
              <a:ea typeface="Calibri"/>
            </a:endParaRPr>
          </a:p>
        </p:txBody>
      </p:sp>
      <p:sp>
        <p:nvSpPr>
          <p:cNvPr id="6" name="Marcador de contenido 2">
            <a:extLst>
              <a:ext uri="{FF2B5EF4-FFF2-40B4-BE49-F238E27FC236}">
                <a16:creationId xmlns:a16="http://schemas.microsoft.com/office/drawing/2014/main" id="{D7A1396A-4983-3A50-84CC-F0E46FBCFEC9}"/>
              </a:ext>
            </a:extLst>
          </p:cNvPr>
          <p:cNvSpPr txBox="1">
            <a:spLocks/>
          </p:cNvSpPr>
          <p:nvPr/>
        </p:nvSpPr>
        <p:spPr>
          <a:xfrm>
            <a:off x="10956022" y="6414247"/>
            <a:ext cx="1118532" cy="443753"/>
          </a:xfrm>
          <a:prstGeom prst="rect">
            <a:avLst/>
          </a:prstGeom>
        </p:spPr>
        <p:txBody>
          <a:bodyPr vert="horz" lIns="0" tIns="45720" rIns="0" bIns="45720" rtlCol="0">
            <a:normAutofit fontScale="92500" lnSpcReduction="10000"/>
          </a:bodyPr>
          <a:lstStyle>
            <a:lvl1pPr marL="91440" indent="-91440" algn="l" defTabSz="914400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Clr>
                <a:schemeClr val="accent1"/>
              </a:buClr>
              <a:buSzPct val="100000"/>
              <a:buFont typeface="Calibri" panose="020F0502020204030204" pitchFamily="34" charset="0"/>
              <a:buChar char=" "/>
              <a:defRPr sz="20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8404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56692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4980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93268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1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13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15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17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s-ES" sz="3000" dirty="0">
                <a:solidFill>
                  <a:schemeClr val="bg1"/>
                </a:solidFill>
              </a:rPr>
              <a:t>12</a:t>
            </a:r>
          </a:p>
        </p:txBody>
      </p:sp>
      <p:sp>
        <p:nvSpPr>
          <p:cNvPr id="4" name="Título 1">
            <a:extLst>
              <a:ext uri="{FF2B5EF4-FFF2-40B4-BE49-F238E27FC236}">
                <a16:creationId xmlns:a16="http://schemas.microsoft.com/office/drawing/2014/main" id="{7CCA31F3-834B-35C9-7F8C-D516A107B128}"/>
              </a:ext>
            </a:extLst>
          </p:cNvPr>
          <p:cNvSpPr txBox="1">
            <a:spLocks/>
          </p:cNvSpPr>
          <p:nvPr/>
        </p:nvSpPr>
        <p:spPr>
          <a:xfrm>
            <a:off x="475901" y="1595149"/>
            <a:ext cx="10716355" cy="550643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marL="0"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 defTabSz="433552">
              <a:lnSpc>
                <a:spcPct val="100000"/>
              </a:lnSpc>
              <a:spcBef>
                <a:spcPts val="474"/>
              </a:spcBef>
              <a:defRPr/>
            </a:pPr>
            <a:r>
              <a:rPr lang="es-BO" sz="1600" b="1" dirty="0">
                <a:solidFill>
                  <a:srgbClr val="002060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</a:rPr>
              <a:t>ANÁLISIS DE LA SITUACIÓN ACTUAL (CON EL SISTEMA)  (EJEMPLO)</a:t>
            </a:r>
            <a:endParaRPr lang="es-ES" sz="1800" b="1" kern="0" dirty="0">
              <a:solidFill>
                <a:schemeClr val="tx1">
                  <a:lumMod val="85000"/>
                  <a:lumOff val="1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E8A14F9D-8AF2-AADC-F303-5730B198DF9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19072" y="2316480"/>
            <a:ext cx="8546592" cy="3121995"/>
          </a:xfrm>
          <a:prstGeom prst="rect">
            <a:avLst/>
          </a:prstGeom>
        </p:spPr>
      </p:pic>
      <p:sp>
        <p:nvSpPr>
          <p:cNvPr id="7" name="Título 1">
            <a:extLst>
              <a:ext uri="{FF2B5EF4-FFF2-40B4-BE49-F238E27FC236}">
                <a16:creationId xmlns:a16="http://schemas.microsoft.com/office/drawing/2014/main" id="{DA93E686-1D82-D5B0-D0D0-EF4B87ECCE35}"/>
              </a:ext>
            </a:extLst>
          </p:cNvPr>
          <p:cNvSpPr txBox="1">
            <a:spLocks/>
          </p:cNvSpPr>
          <p:nvPr/>
        </p:nvSpPr>
        <p:spPr>
          <a:xfrm>
            <a:off x="1109472" y="5672317"/>
            <a:ext cx="9363456" cy="550643"/>
          </a:xfrm>
          <a:prstGeom prst="rect">
            <a:avLst/>
          </a:prstGeom>
        </p:spPr>
        <p:txBody>
          <a:bodyPr vert="horz" lIns="91440" tIns="45720" rIns="91440" bIns="45720" rtlCol="0" anchor="b">
            <a:normAutofit lnSpcReduction="10000"/>
          </a:bodyPr>
          <a:lstStyle>
            <a:lvl1pPr marL="0"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 defTabSz="433552">
              <a:lnSpc>
                <a:spcPct val="100000"/>
              </a:lnSpc>
              <a:spcBef>
                <a:spcPts val="474"/>
              </a:spcBef>
              <a:defRPr/>
            </a:pPr>
            <a:r>
              <a:rPr lang="es-BO" sz="1600" b="1" dirty="0">
                <a:solidFill>
                  <a:srgbClr val="002060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</a:rPr>
              <a:t>SE DEBE HACER UN FLUJOGRAMA QUE MUESTRE LOS PASOS QUE SE SEGUIRÁ EN LA DEMOSTRACIÓN DEL SOFTWARE</a:t>
            </a:r>
            <a:endParaRPr lang="es-ES" sz="1800" b="1" kern="0" dirty="0">
              <a:solidFill>
                <a:schemeClr val="tx1">
                  <a:lumMod val="85000"/>
                  <a:lumOff val="1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8" name="Imagen 7" descr="Logotipo&#10;&#10;El contenido generado por IA puede ser incorrecto.">
            <a:extLst>
              <a:ext uri="{FF2B5EF4-FFF2-40B4-BE49-F238E27FC236}">
                <a16:creationId xmlns:a16="http://schemas.microsoft.com/office/drawing/2014/main" id="{3187D5BA-E7AD-0D1E-904A-3C265BEC5BD5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5209" y="144541"/>
            <a:ext cx="2520000" cy="1196729"/>
          </a:xfrm>
          <a:prstGeom prst="rect">
            <a:avLst/>
          </a:prstGeom>
        </p:spPr>
      </p:pic>
      <p:sp>
        <p:nvSpPr>
          <p:cNvPr id="10" name="Marcador de contenido 9">
            <a:extLst>
              <a:ext uri="{FF2B5EF4-FFF2-40B4-BE49-F238E27FC236}">
                <a16:creationId xmlns:a16="http://schemas.microsoft.com/office/drawing/2014/main" id="{FCA6F9FA-8D75-E8D9-01B5-6638D8088C7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s-BO"/>
          </a:p>
        </p:txBody>
      </p:sp>
    </p:spTree>
    <p:extLst>
      <p:ext uri="{BB962C8B-B14F-4D97-AF65-F5344CB8AC3E}">
        <p14:creationId xmlns:p14="http://schemas.microsoft.com/office/powerpoint/2010/main" val="201321479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3137483" y="406400"/>
            <a:ext cx="6233020" cy="894181"/>
          </a:xfrm>
        </p:spPr>
        <p:txBody>
          <a:bodyPr>
            <a:normAutofit/>
          </a:bodyPr>
          <a:lstStyle/>
          <a:p>
            <a:pPr defTabSz="433552">
              <a:lnSpc>
                <a:spcPct val="100000"/>
              </a:lnSpc>
              <a:spcBef>
                <a:spcPts val="474"/>
              </a:spcBef>
              <a:defRPr/>
            </a:pPr>
            <a:r>
              <a:rPr lang="es-MX" sz="3500" b="1" kern="0" dirty="0">
                <a:solidFill>
                  <a:srgbClr val="002060"/>
                </a:solidFill>
              </a:rPr>
              <a:t>TRABAJO DE CAMPO</a:t>
            </a:r>
            <a:endParaRPr lang="es-ES" sz="3500" b="1" dirty="0">
              <a:solidFill>
                <a:srgbClr val="000000"/>
              </a:solidFill>
              <a:latin typeface="Times New Roman"/>
              <a:ea typeface="Calibri"/>
            </a:endParaRPr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s-ES" sz="2500" dirty="0">
                <a:solidFill>
                  <a:srgbClr val="002060"/>
                </a:solidFill>
              </a:rPr>
              <a:t>EVIDENCIAS DE LAS PRUEBAS REALIZADAS (FOTOS, ENTREVISTAS, </a:t>
            </a:r>
            <a:r>
              <a:rPr lang="es-ES" sz="2500" dirty="0" err="1">
                <a:solidFill>
                  <a:srgbClr val="002060"/>
                </a:solidFill>
              </a:rPr>
              <a:t>ETC</a:t>
            </a:r>
            <a:r>
              <a:rPr lang="es-ES" sz="2500" dirty="0">
                <a:solidFill>
                  <a:srgbClr val="002060"/>
                </a:solidFill>
              </a:rPr>
              <a:t>) solo imágenes a ser explicadas</a:t>
            </a:r>
          </a:p>
        </p:txBody>
      </p:sp>
      <p:sp>
        <p:nvSpPr>
          <p:cNvPr id="6" name="Marcador de contenido 2"/>
          <p:cNvSpPr txBox="1">
            <a:spLocks/>
          </p:cNvSpPr>
          <p:nvPr/>
        </p:nvSpPr>
        <p:spPr>
          <a:xfrm>
            <a:off x="10956022" y="6414247"/>
            <a:ext cx="1118532" cy="443753"/>
          </a:xfrm>
          <a:prstGeom prst="rect">
            <a:avLst/>
          </a:prstGeom>
        </p:spPr>
        <p:txBody>
          <a:bodyPr vert="horz" lIns="0" tIns="45720" rIns="0" bIns="45720" rtlCol="0">
            <a:normAutofit fontScale="92500" lnSpcReduction="10000"/>
          </a:bodyPr>
          <a:lstStyle>
            <a:lvl1pPr marL="91440" indent="-91440" algn="l" defTabSz="914400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Clr>
                <a:schemeClr val="accent1"/>
              </a:buClr>
              <a:buSzPct val="100000"/>
              <a:buFont typeface="Calibri" panose="020F0502020204030204" pitchFamily="34" charset="0"/>
              <a:buChar char=" "/>
              <a:defRPr sz="20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8404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56692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4980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93268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1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13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15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17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s-ES" sz="3000" dirty="0">
                <a:solidFill>
                  <a:schemeClr val="bg1"/>
                </a:solidFill>
              </a:rPr>
              <a:t>13</a:t>
            </a:r>
          </a:p>
        </p:txBody>
      </p:sp>
      <p:pic>
        <p:nvPicPr>
          <p:cNvPr id="4" name="Imagen 3" descr="Logotipo&#10;&#10;El contenido generado por IA puede ser incorrecto.">
            <a:extLst>
              <a:ext uri="{FF2B5EF4-FFF2-40B4-BE49-F238E27FC236}">
                <a16:creationId xmlns:a16="http://schemas.microsoft.com/office/drawing/2014/main" id="{CF0B83C2-0AAA-5B8B-85DD-4DD82872368A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5209" y="144541"/>
            <a:ext cx="2520000" cy="11967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0750880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3137483" y="406400"/>
            <a:ext cx="6233020" cy="894181"/>
          </a:xfrm>
        </p:spPr>
        <p:txBody>
          <a:bodyPr>
            <a:normAutofit/>
          </a:bodyPr>
          <a:lstStyle/>
          <a:p>
            <a:pPr defTabSz="433552">
              <a:lnSpc>
                <a:spcPct val="100000"/>
              </a:lnSpc>
              <a:spcBef>
                <a:spcPts val="474"/>
              </a:spcBef>
              <a:defRPr/>
            </a:pPr>
            <a:r>
              <a:rPr lang="es-MX" sz="3500" b="1" kern="0" dirty="0">
                <a:solidFill>
                  <a:srgbClr val="002060"/>
                </a:solidFill>
              </a:rPr>
              <a:t>COSTOS</a:t>
            </a:r>
            <a:endParaRPr lang="es-ES" sz="3500" b="1" dirty="0">
              <a:solidFill>
                <a:srgbClr val="000000"/>
              </a:solidFill>
              <a:latin typeface="Times New Roman"/>
              <a:ea typeface="Calibri"/>
            </a:endParaRPr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endParaRPr lang="es-ES" sz="2500" dirty="0">
              <a:solidFill>
                <a:srgbClr val="002060"/>
              </a:solidFill>
            </a:endParaRPr>
          </a:p>
        </p:txBody>
      </p:sp>
      <p:sp>
        <p:nvSpPr>
          <p:cNvPr id="6" name="Marcador de contenido 2"/>
          <p:cNvSpPr txBox="1">
            <a:spLocks/>
          </p:cNvSpPr>
          <p:nvPr/>
        </p:nvSpPr>
        <p:spPr>
          <a:xfrm>
            <a:off x="10956022" y="6414247"/>
            <a:ext cx="1118532" cy="443753"/>
          </a:xfrm>
          <a:prstGeom prst="rect">
            <a:avLst/>
          </a:prstGeom>
        </p:spPr>
        <p:txBody>
          <a:bodyPr vert="horz" lIns="0" tIns="45720" rIns="0" bIns="45720" rtlCol="0">
            <a:normAutofit fontScale="92500" lnSpcReduction="10000"/>
          </a:bodyPr>
          <a:lstStyle>
            <a:lvl1pPr marL="91440" indent="-91440" algn="l" defTabSz="914400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Clr>
                <a:schemeClr val="accent1"/>
              </a:buClr>
              <a:buSzPct val="100000"/>
              <a:buFont typeface="Calibri" panose="020F0502020204030204" pitchFamily="34" charset="0"/>
              <a:buChar char=" "/>
              <a:defRPr sz="20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8404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56692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4980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93268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1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13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15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17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s-ES" sz="3000" dirty="0">
                <a:solidFill>
                  <a:schemeClr val="bg1"/>
                </a:solidFill>
              </a:rPr>
              <a:t>14</a:t>
            </a:r>
          </a:p>
        </p:txBody>
      </p:sp>
      <p:pic>
        <p:nvPicPr>
          <p:cNvPr id="4" name="Imagen 3" descr="Logotipo&#10;&#10;El contenido generado por IA puede ser incorrecto.">
            <a:extLst>
              <a:ext uri="{FF2B5EF4-FFF2-40B4-BE49-F238E27FC236}">
                <a16:creationId xmlns:a16="http://schemas.microsoft.com/office/drawing/2014/main" id="{4DD19F19-4D5E-694C-C367-EE11CC6A4786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5209" y="144541"/>
            <a:ext cx="2520000" cy="11967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4560811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3137483" y="406400"/>
            <a:ext cx="6233020" cy="894181"/>
          </a:xfrm>
        </p:spPr>
        <p:txBody>
          <a:bodyPr>
            <a:normAutofit/>
          </a:bodyPr>
          <a:lstStyle/>
          <a:p>
            <a:pPr defTabSz="433552">
              <a:lnSpc>
                <a:spcPct val="100000"/>
              </a:lnSpc>
              <a:spcBef>
                <a:spcPts val="474"/>
              </a:spcBef>
              <a:defRPr/>
            </a:pPr>
            <a:r>
              <a:rPr lang="es-MX" sz="3500" b="1" kern="0" dirty="0">
                <a:solidFill>
                  <a:srgbClr val="002060"/>
                </a:solidFill>
              </a:rPr>
              <a:t>DEMOSTRACIÓN SOFTWARE</a:t>
            </a:r>
            <a:endParaRPr lang="es-ES" sz="3500" b="1" dirty="0">
              <a:solidFill>
                <a:srgbClr val="000000"/>
              </a:solidFill>
              <a:latin typeface="Times New Roman"/>
              <a:ea typeface="Calibri"/>
            </a:endParaRPr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s-ES" sz="2500" dirty="0">
                <a:solidFill>
                  <a:srgbClr val="002060"/>
                </a:solidFill>
              </a:rPr>
              <a:t>LINK AL EJECUTABLE.</a:t>
            </a:r>
          </a:p>
        </p:txBody>
      </p:sp>
      <p:sp>
        <p:nvSpPr>
          <p:cNvPr id="6" name="Marcador de contenido 2"/>
          <p:cNvSpPr txBox="1">
            <a:spLocks/>
          </p:cNvSpPr>
          <p:nvPr/>
        </p:nvSpPr>
        <p:spPr>
          <a:xfrm>
            <a:off x="10956022" y="6414247"/>
            <a:ext cx="1118532" cy="443753"/>
          </a:xfrm>
          <a:prstGeom prst="rect">
            <a:avLst/>
          </a:prstGeom>
        </p:spPr>
        <p:txBody>
          <a:bodyPr vert="horz" lIns="0" tIns="45720" rIns="0" bIns="45720" rtlCol="0">
            <a:normAutofit fontScale="92500" lnSpcReduction="10000"/>
          </a:bodyPr>
          <a:lstStyle>
            <a:lvl1pPr marL="91440" indent="-91440" algn="l" defTabSz="914400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Clr>
                <a:schemeClr val="accent1"/>
              </a:buClr>
              <a:buSzPct val="100000"/>
              <a:buFont typeface="Calibri" panose="020F0502020204030204" pitchFamily="34" charset="0"/>
              <a:buChar char=" "/>
              <a:defRPr sz="20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8404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56692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4980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93268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1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13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15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17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s-ES" sz="3000" dirty="0">
                <a:solidFill>
                  <a:schemeClr val="bg1"/>
                </a:solidFill>
              </a:rPr>
              <a:t>15</a:t>
            </a:r>
          </a:p>
        </p:txBody>
      </p:sp>
      <p:pic>
        <p:nvPicPr>
          <p:cNvPr id="4" name="Imagen 3" descr="Logotipo&#10;&#10;El contenido generado por IA puede ser incorrecto.">
            <a:extLst>
              <a:ext uri="{FF2B5EF4-FFF2-40B4-BE49-F238E27FC236}">
                <a16:creationId xmlns:a16="http://schemas.microsoft.com/office/drawing/2014/main" id="{7B2E8874-8A40-9824-7329-3672F15A512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5209" y="144541"/>
            <a:ext cx="2520000" cy="11967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7727571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3137483" y="406400"/>
            <a:ext cx="6233020" cy="894181"/>
          </a:xfrm>
        </p:spPr>
        <p:txBody>
          <a:bodyPr>
            <a:normAutofit/>
          </a:bodyPr>
          <a:lstStyle/>
          <a:p>
            <a:pPr defTabSz="433552">
              <a:lnSpc>
                <a:spcPct val="100000"/>
              </a:lnSpc>
              <a:spcBef>
                <a:spcPts val="474"/>
              </a:spcBef>
              <a:defRPr/>
            </a:pPr>
            <a:r>
              <a:rPr lang="es-MX" sz="3500" b="1" kern="0" dirty="0">
                <a:solidFill>
                  <a:srgbClr val="002060"/>
                </a:solidFill>
              </a:rPr>
              <a:t>CONCLUSIONES</a:t>
            </a:r>
            <a:endParaRPr lang="es-ES" sz="3500" b="1" dirty="0">
              <a:solidFill>
                <a:srgbClr val="000000"/>
              </a:solidFill>
              <a:latin typeface="Times New Roman"/>
              <a:ea typeface="Calibri"/>
            </a:endParaRPr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endParaRPr lang="es-ES" sz="2500" dirty="0">
              <a:solidFill>
                <a:srgbClr val="002060"/>
              </a:solidFill>
            </a:endParaRPr>
          </a:p>
        </p:txBody>
      </p:sp>
      <p:sp>
        <p:nvSpPr>
          <p:cNvPr id="6" name="Marcador de contenido 2"/>
          <p:cNvSpPr txBox="1">
            <a:spLocks/>
          </p:cNvSpPr>
          <p:nvPr/>
        </p:nvSpPr>
        <p:spPr>
          <a:xfrm>
            <a:off x="10956022" y="6414247"/>
            <a:ext cx="1118532" cy="443753"/>
          </a:xfrm>
          <a:prstGeom prst="rect">
            <a:avLst/>
          </a:prstGeom>
        </p:spPr>
        <p:txBody>
          <a:bodyPr vert="horz" lIns="0" tIns="45720" rIns="0" bIns="45720" rtlCol="0">
            <a:normAutofit fontScale="92500" lnSpcReduction="10000"/>
          </a:bodyPr>
          <a:lstStyle>
            <a:lvl1pPr marL="91440" indent="-91440" algn="l" defTabSz="914400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Clr>
                <a:schemeClr val="accent1"/>
              </a:buClr>
              <a:buSzPct val="100000"/>
              <a:buFont typeface="Calibri" panose="020F0502020204030204" pitchFamily="34" charset="0"/>
              <a:buChar char=" "/>
              <a:defRPr sz="20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8404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56692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4980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93268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1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13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15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17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s-ES" sz="3000" dirty="0">
                <a:solidFill>
                  <a:schemeClr val="bg1"/>
                </a:solidFill>
              </a:rPr>
              <a:t>16</a:t>
            </a:r>
          </a:p>
        </p:txBody>
      </p:sp>
      <p:pic>
        <p:nvPicPr>
          <p:cNvPr id="4" name="Imagen 3" descr="Logotipo&#10;&#10;El contenido generado por IA puede ser incorrecto.">
            <a:extLst>
              <a:ext uri="{FF2B5EF4-FFF2-40B4-BE49-F238E27FC236}">
                <a16:creationId xmlns:a16="http://schemas.microsoft.com/office/drawing/2014/main" id="{B7850C72-48B0-4A61-BFAA-7A1FE42353B4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5209" y="144541"/>
            <a:ext cx="2520000" cy="11967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3283692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3137483" y="406400"/>
            <a:ext cx="6233020" cy="894181"/>
          </a:xfrm>
        </p:spPr>
        <p:txBody>
          <a:bodyPr>
            <a:normAutofit/>
          </a:bodyPr>
          <a:lstStyle/>
          <a:p>
            <a:pPr defTabSz="433552">
              <a:lnSpc>
                <a:spcPct val="100000"/>
              </a:lnSpc>
              <a:spcBef>
                <a:spcPts val="474"/>
              </a:spcBef>
              <a:defRPr/>
            </a:pPr>
            <a:r>
              <a:rPr lang="es-MX" sz="3500" b="1" kern="0" dirty="0">
                <a:solidFill>
                  <a:srgbClr val="002060"/>
                </a:solidFill>
              </a:rPr>
              <a:t>RECOMENDACIONES</a:t>
            </a:r>
            <a:endParaRPr lang="es-ES" sz="3500" b="1" dirty="0">
              <a:solidFill>
                <a:srgbClr val="000000"/>
              </a:solidFill>
              <a:latin typeface="Times New Roman"/>
              <a:ea typeface="Calibri"/>
            </a:endParaRPr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endParaRPr lang="es-ES" sz="2500" dirty="0">
              <a:solidFill>
                <a:srgbClr val="002060"/>
              </a:solidFill>
            </a:endParaRPr>
          </a:p>
        </p:txBody>
      </p:sp>
      <p:sp>
        <p:nvSpPr>
          <p:cNvPr id="6" name="Marcador de contenido 2"/>
          <p:cNvSpPr txBox="1">
            <a:spLocks/>
          </p:cNvSpPr>
          <p:nvPr/>
        </p:nvSpPr>
        <p:spPr>
          <a:xfrm>
            <a:off x="10956022" y="6414247"/>
            <a:ext cx="1118532" cy="443753"/>
          </a:xfrm>
          <a:prstGeom prst="rect">
            <a:avLst/>
          </a:prstGeom>
        </p:spPr>
        <p:txBody>
          <a:bodyPr vert="horz" lIns="0" tIns="45720" rIns="0" bIns="45720" rtlCol="0">
            <a:normAutofit fontScale="92500" lnSpcReduction="10000"/>
          </a:bodyPr>
          <a:lstStyle>
            <a:lvl1pPr marL="91440" indent="-91440" algn="l" defTabSz="914400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Clr>
                <a:schemeClr val="accent1"/>
              </a:buClr>
              <a:buSzPct val="100000"/>
              <a:buFont typeface="Calibri" panose="020F0502020204030204" pitchFamily="34" charset="0"/>
              <a:buChar char=" "/>
              <a:defRPr sz="20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8404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56692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4980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93268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1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13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15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17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s-ES" sz="3000" dirty="0">
                <a:solidFill>
                  <a:schemeClr val="bg1"/>
                </a:solidFill>
              </a:rPr>
              <a:t>17</a:t>
            </a:r>
          </a:p>
        </p:txBody>
      </p:sp>
      <p:pic>
        <p:nvPicPr>
          <p:cNvPr id="4" name="Imagen 3" descr="Logotipo&#10;&#10;El contenido generado por IA puede ser incorrecto.">
            <a:extLst>
              <a:ext uri="{FF2B5EF4-FFF2-40B4-BE49-F238E27FC236}">
                <a16:creationId xmlns:a16="http://schemas.microsoft.com/office/drawing/2014/main" id="{3F964588-8D16-F844-9280-F413E4D9B578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5209" y="144541"/>
            <a:ext cx="2520000" cy="11967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0043911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2638546" y="2816557"/>
            <a:ext cx="6233020" cy="894181"/>
          </a:xfrm>
        </p:spPr>
        <p:txBody>
          <a:bodyPr>
            <a:normAutofit/>
          </a:bodyPr>
          <a:lstStyle/>
          <a:p>
            <a:pPr algn="ctr" defTabSz="433552">
              <a:lnSpc>
                <a:spcPct val="100000"/>
              </a:lnSpc>
              <a:spcBef>
                <a:spcPts val="474"/>
              </a:spcBef>
              <a:defRPr/>
            </a:pPr>
            <a:r>
              <a:rPr lang="es-MX" sz="3500" b="1" kern="0">
                <a:solidFill>
                  <a:srgbClr val="002060"/>
                </a:solidFill>
              </a:rPr>
              <a:t>GRACIAS</a:t>
            </a:r>
            <a:endParaRPr lang="es-ES" sz="3500" b="1">
              <a:solidFill>
                <a:srgbClr val="000000"/>
              </a:solidFill>
              <a:latin typeface="Times New Roman"/>
              <a:ea typeface="Calibri"/>
            </a:endParaRPr>
          </a:p>
        </p:txBody>
      </p:sp>
      <p:sp>
        <p:nvSpPr>
          <p:cNvPr id="6" name="Marcador de contenido 2"/>
          <p:cNvSpPr txBox="1">
            <a:spLocks/>
          </p:cNvSpPr>
          <p:nvPr/>
        </p:nvSpPr>
        <p:spPr>
          <a:xfrm>
            <a:off x="10956022" y="6414247"/>
            <a:ext cx="1118532" cy="443753"/>
          </a:xfrm>
          <a:prstGeom prst="rect">
            <a:avLst/>
          </a:prstGeom>
        </p:spPr>
        <p:txBody>
          <a:bodyPr vert="horz" lIns="0" tIns="45720" rIns="0" bIns="45720" rtlCol="0">
            <a:normAutofit fontScale="92500" lnSpcReduction="10000"/>
          </a:bodyPr>
          <a:lstStyle>
            <a:lvl1pPr marL="91440" indent="-91440" algn="l" defTabSz="914400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Clr>
                <a:schemeClr val="accent1"/>
              </a:buClr>
              <a:buSzPct val="100000"/>
              <a:buFont typeface="Calibri" panose="020F0502020204030204" pitchFamily="34" charset="0"/>
              <a:buChar char=" "/>
              <a:defRPr sz="20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8404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56692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4980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93268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1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13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15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17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s-ES" sz="3000">
                <a:solidFill>
                  <a:schemeClr val="bg1"/>
                </a:solidFill>
              </a:rPr>
              <a:t>18</a:t>
            </a:r>
            <a:endParaRPr lang="es-ES" sz="3000" dirty="0">
              <a:solidFill>
                <a:schemeClr val="bg1"/>
              </a:solidFill>
            </a:endParaRPr>
          </a:p>
        </p:txBody>
      </p:sp>
      <p:pic>
        <p:nvPicPr>
          <p:cNvPr id="3" name="Imagen 2" descr="Logotipo&#10;&#10;El contenido generado por IA puede ser incorrecto.">
            <a:extLst>
              <a:ext uri="{FF2B5EF4-FFF2-40B4-BE49-F238E27FC236}">
                <a16:creationId xmlns:a16="http://schemas.microsoft.com/office/drawing/2014/main" id="{7689340C-9021-DFE9-6E0D-A056C62243C3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5209" y="144541"/>
            <a:ext cx="2520000" cy="11967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3099263"/>
      </p:ext>
    </p:extLst>
  </p:cSld>
  <p:clrMapOvr>
    <a:masterClrMapping/>
  </p:clrMapOvr>
</p:sld>
</file>

<file path=ppt/theme/theme1.xml><?xml version="1.0" encoding="utf-8"?>
<a:theme xmlns:a="http://schemas.openxmlformats.org/drawingml/2006/main" name="Retrospección">
  <a:themeElements>
    <a:clrScheme name="Personalizado 12">
      <a:dk1>
        <a:sysClr val="windowText" lastClr="000000"/>
      </a:dk1>
      <a:lt1>
        <a:sysClr val="window" lastClr="FFFFFF"/>
      </a:lt1>
      <a:dk2>
        <a:srgbClr val="39302A"/>
      </a:dk2>
      <a:lt2>
        <a:srgbClr val="E5DEDB"/>
      </a:lt2>
      <a:accent1>
        <a:srgbClr val="C00000"/>
      </a:accent1>
      <a:accent2>
        <a:srgbClr val="C00000"/>
      </a:accent2>
      <a:accent3>
        <a:srgbClr val="CE8D3E"/>
      </a:accent3>
      <a:accent4>
        <a:srgbClr val="EC7016"/>
      </a:accent4>
      <a:accent5>
        <a:srgbClr val="E64823"/>
      </a:accent5>
      <a:accent6>
        <a:srgbClr val="9C6A6A"/>
      </a:accent6>
      <a:hlink>
        <a:srgbClr val="2998E3"/>
      </a:hlink>
      <a:folHlink>
        <a:srgbClr val="7F723D"/>
      </a:folHlink>
    </a:clrScheme>
    <a:fontScheme name="Retrospección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Retrospección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shade val="92000"/>
                <a:satMod val="130000"/>
              </a:schemeClr>
            </a:gs>
            <a:gs pos="45000">
              <a:schemeClr val="phClr">
                <a:tint val="60000"/>
                <a:shade val="99000"/>
                <a:satMod val="120000"/>
              </a:schemeClr>
            </a:gs>
            <a:gs pos="100000">
              <a:schemeClr val="phClr">
                <a:tint val="55000"/>
                <a:satMod val="14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shade val="85000"/>
                <a:satMod val="130000"/>
              </a:schemeClr>
            </a:gs>
            <a:gs pos="34000">
              <a:schemeClr val="phClr">
                <a:shade val="87000"/>
                <a:satMod val="125000"/>
              </a:schemeClr>
            </a:gs>
            <a:gs pos="70000">
              <a:schemeClr val="phClr">
                <a:tint val="100000"/>
                <a:shade val="90000"/>
                <a:satMod val="130000"/>
              </a:schemeClr>
            </a:gs>
            <a:gs pos="100000">
              <a:schemeClr val="phClr">
                <a:tint val="100000"/>
                <a:shade val="100000"/>
                <a:satMod val="11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12700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44450" dist="25400" dir="2700000" algn="b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9800000"/>
            </a:lightRig>
          </a:scene3d>
          <a:sp3d prstMaterial="flat">
            <a:bevelT w="25400" h="31750"/>
          </a:sp3d>
        </a:effectStyle>
      </a:effectStyleLst>
      <a:bgFillStyleLst>
        <a:solidFill>
          <a:schemeClr val="phClr"/>
        </a:solidFill>
        <a:solidFill>
          <a:schemeClr val="phClr">
            <a:tint val="90000"/>
            <a:shade val="97000"/>
            <a:satMod val="130000"/>
          </a:schemeClr>
        </a:solidFill>
        <a:gradFill rotWithShape="1">
          <a:gsLst>
            <a:gs pos="0">
              <a:schemeClr val="phClr">
                <a:tint val="96000"/>
                <a:shade val="99000"/>
                <a:satMod val="140000"/>
              </a:schemeClr>
            </a:gs>
            <a:gs pos="65000">
              <a:schemeClr val="phClr">
                <a:tint val="100000"/>
                <a:shade val="80000"/>
                <a:satMod val="130000"/>
              </a:schemeClr>
            </a:gs>
            <a:gs pos="100000">
              <a:schemeClr val="phClr">
                <a:tint val="100000"/>
                <a:shade val="48000"/>
                <a:satMod val="120000"/>
              </a:schemeClr>
            </a:gs>
          </a:gsLst>
          <a:lin ang="162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Retrospect" id="{5F128B03-DCCA-4EEB-AB3B-CF2899314A46}" vid="{3F1AAB62-24C6-49D2-8E01-B56FAC9A3DCD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Retrospect</Template>
  <TotalTime>12734</TotalTime>
  <Words>158</Words>
  <Application>Microsoft Office PowerPoint</Application>
  <PresentationFormat>Panorámica</PresentationFormat>
  <Paragraphs>54</Paragraphs>
  <Slides>18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4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18</vt:i4>
      </vt:variant>
    </vt:vector>
  </HeadingPairs>
  <TitlesOfParts>
    <vt:vector size="23" baseType="lpstr">
      <vt:lpstr>Arial</vt:lpstr>
      <vt:lpstr>Calibri</vt:lpstr>
      <vt:lpstr>Calibri Light</vt:lpstr>
      <vt:lpstr>Times New Roman</vt:lpstr>
      <vt:lpstr>Retrospección</vt:lpstr>
      <vt:lpstr>Presentación de PowerPoint</vt:lpstr>
      <vt:lpstr>ABSTRACT</vt:lpstr>
      <vt:lpstr>DOCUMENTACIÓN ADMINISTRATIVA</vt:lpstr>
      <vt:lpstr>INTRODUCCIÓN</vt:lpstr>
      <vt:lpstr>PROBLEMÁTICA</vt:lpstr>
      <vt:lpstr>OBJETIVO GENERAL</vt:lpstr>
      <vt:lpstr>OBJETIVOS ESPECÍFICOS</vt:lpstr>
      <vt:lpstr>METODOLOGÍA</vt:lpstr>
      <vt:lpstr>SOFTWARE</vt:lpstr>
      <vt:lpstr>HARDWARE</vt:lpstr>
      <vt:lpstr>MARCO PRACTICO</vt:lpstr>
      <vt:lpstr>MARCO PRACTICO</vt:lpstr>
      <vt:lpstr>TRABAJO DE CAMPO</vt:lpstr>
      <vt:lpstr>COSTOS</vt:lpstr>
      <vt:lpstr>DEMOSTRACIÓN SOFTWARE</vt:lpstr>
      <vt:lpstr>CONCLUSIONES</vt:lpstr>
      <vt:lpstr>RECOMENDACIONES</vt:lpstr>
      <vt:lpstr>GRACIAS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/>
  <cp:revision>249</cp:revision>
  <cp:lastPrinted>2018-10-15T16:40:12Z</cp:lastPrinted>
  <dcterms:created xsi:type="dcterms:W3CDTF">2017-05-09T16:53:30Z</dcterms:created>
  <dcterms:modified xsi:type="dcterms:W3CDTF">2026-04-06T20:18:02Z</dcterms:modified>
</cp:coreProperties>
</file>